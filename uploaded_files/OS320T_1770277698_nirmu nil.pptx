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268F8C-7AD8-4F5E-AEE2-FC19818176F9}" v="30" dt="2026-01-30T07:42:10.4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91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pgalaxy514@gmail.com" userId="54935cb635ba8e05" providerId="LiveId" clId="{82F09ACC-76B4-4DBD-8102-E252A8E13366}"/>
    <pc:docChg chg="undo redo custSel modSld">
      <pc:chgData name="vpgalaxy514@gmail.com" userId="54935cb635ba8e05" providerId="LiveId" clId="{82F09ACC-76B4-4DBD-8102-E252A8E13366}" dt="2026-01-30T07:43:15.322" v="957" actId="1076"/>
      <pc:docMkLst>
        <pc:docMk/>
      </pc:docMkLst>
      <pc:sldChg chg="addSp delSp modSp mod">
        <pc:chgData name="vpgalaxy514@gmail.com" userId="54935cb635ba8e05" providerId="LiveId" clId="{82F09ACC-76B4-4DBD-8102-E252A8E13366}" dt="2026-01-30T06:27:35.933" v="888" actId="1038"/>
        <pc:sldMkLst>
          <pc:docMk/>
          <pc:sldMk cId="0" sldId="256"/>
        </pc:sldMkLst>
        <pc:spChg chg="mod">
          <ac:chgData name="vpgalaxy514@gmail.com" userId="54935cb635ba8e05" providerId="LiveId" clId="{82F09ACC-76B4-4DBD-8102-E252A8E13366}" dt="2026-01-30T06:10:14.012" v="419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vpgalaxy514@gmail.com" userId="54935cb635ba8e05" providerId="LiveId" clId="{82F09ACC-76B4-4DBD-8102-E252A8E13366}" dt="2026-01-30T06:21:32.898" v="854" actId="1036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vpgalaxy514@gmail.com" userId="54935cb635ba8e05" providerId="LiveId" clId="{82F09ACC-76B4-4DBD-8102-E252A8E13366}" dt="2026-01-30T06:21:26.138" v="853" actId="14100"/>
          <ac:spMkLst>
            <pc:docMk/>
            <pc:sldMk cId="0" sldId="256"/>
            <ac:spMk id="10" creationId="{F3243BCA-78AD-F1BB-6470-3C91B13DE31F}"/>
          </ac:spMkLst>
        </pc:spChg>
        <pc:spChg chg="add mod">
          <ac:chgData name="vpgalaxy514@gmail.com" userId="54935cb635ba8e05" providerId="LiveId" clId="{82F09ACC-76B4-4DBD-8102-E252A8E13366}" dt="2026-01-30T06:22:45.633" v="861" actId="1038"/>
          <ac:spMkLst>
            <pc:docMk/>
            <pc:sldMk cId="0" sldId="256"/>
            <ac:spMk id="12" creationId="{1E7E99FA-092A-2876-963B-02CCE64A26CE}"/>
          </ac:spMkLst>
        </pc:spChg>
        <pc:spChg chg="add del mod">
          <ac:chgData name="vpgalaxy514@gmail.com" userId="54935cb635ba8e05" providerId="LiveId" clId="{82F09ACC-76B4-4DBD-8102-E252A8E13366}" dt="2026-01-30T06:20:01.402" v="650" actId="478"/>
          <ac:spMkLst>
            <pc:docMk/>
            <pc:sldMk cId="0" sldId="256"/>
            <ac:spMk id="13" creationId="{E1772936-C155-809B-EB8F-DADB2295BEA0}"/>
          </ac:spMkLst>
        </pc:spChg>
        <pc:spChg chg="del">
          <ac:chgData name="vpgalaxy514@gmail.com" userId="54935cb635ba8e05" providerId="LiveId" clId="{82F09ACC-76B4-4DBD-8102-E252A8E13366}" dt="2026-01-30T05:31:37.446" v="66" actId="478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vpgalaxy514@gmail.com" userId="54935cb635ba8e05" providerId="LiveId" clId="{82F09ACC-76B4-4DBD-8102-E252A8E13366}" dt="2026-01-30T06:22:50.248" v="862" actId="1037"/>
          <ac:spMkLst>
            <pc:docMk/>
            <pc:sldMk cId="0" sldId="256"/>
            <ac:spMk id="16" creationId="{4FC2F379-4BD2-EF6B-FE3A-C4194A34E1FB}"/>
          </ac:spMkLst>
        </pc:spChg>
        <pc:spChg chg="add mod">
          <ac:chgData name="vpgalaxy514@gmail.com" userId="54935cb635ba8e05" providerId="LiveId" clId="{82F09ACC-76B4-4DBD-8102-E252A8E13366}" dt="2026-01-30T06:27:35.933" v="888" actId="1038"/>
          <ac:spMkLst>
            <pc:docMk/>
            <pc:sldMk cId="0" sldId="256"/>
            <ac:spMk id="17" creationId="{A5082CE4-CD0D-766B-2D27-AFC3DDCFC442}"/>
          </ac:spMkLst>
        </pc:spChg>
        <pc:picChg chg="add del mod">
          <ac:chgData name="vpgalaxy514@gmail.com" userId="54935cb635ba8e05" providerId="LiveId" clId="{82F09ACC-76B4-4DBD-8102-E252A8E13366}" dt="2026-01-30T05:36:05.627" v="140" actId="478"/>
          <ac:picMkLst>
            <pc:docMk/>
            <pc:sldMk cId="0" sldId="256"/>
            <ac:picMk id="3" creationId="{7B93AC83-F933-977F-59A0-A1781C969F0B}"/>
          </ac:picMkLst>
        </pc:picChg>
        <pc:picChg chg="add del mod">
          <ac:chgData name="vpgalaxy514@gmail.com" userId="54935cb635ba8e05" providerId="LiveId" clId="{82F09ACC-76B4-4DBD-8102-E252A8E13366}" dt="2026-01-30T05:36:30.516" v="144" actId="21"/>
          <ac:picMkLst>
            <pc:docMk/>
            <pc:sldMk cId="0" sldId="256"/>
            <ac:picMk id="7" creationId="{D0245FD2-31AD-B578-63D7-2E2E63CFFD5A}"/>
          </ac:picMkLst>
        </pc:picChg>
        <pc:picChg chg="add mod">
          <ac:chgData name="vpgalaxy514@gmail.com" userId="54935cb635ba8e05" providerId="LiveId" clId="{82F09ACC-76B4-4DBD-8102-E252A8E13366}" dt="2026-01-30T05:38:05.537" v="157" actId="1076"/>
          <ac:picMkLst>
            <pc:docMk/>
            <pc:sldMk cId="0" sldId="256"/>
            <ac:picMk id="9" creationId="{26F236E7-5C01-4398-EAFB-EDBD844031C6}"/>
          </ac:picMkLst>
        </pc:picChg>
        <pc:picChg chg="mod">
          <ac:chgData name="vpgalaxy514@gmail.com" userId="54935cb635ba8e05" providerId="LiveId" clId="{82F09ACC-76B4-4DBD-8102-E252A8E13366}" dt="2026-01-30T05:38:15.040" v="158" actId="1076"/>
          <ac:picMkLst>
            <pc:docMk/>
            <pc:sldMk cId="0" sldId="256"/>
            <ac:picMk id="11" creationId="{00000000-0000-0000-0000-000000000000}"/>
          </ac:picMkLst>
        </pc:picChg>
        <pc:picChg chg="ord">
          <ac:chgData name="vpgalaxy514@gmail.com" userId="54935cb635ba8e05" providerId="LiveId" clId="{82F09ACC-76B4-4DBD-8102-E252A8E13366}" dt="2026-01-30T05:32:00.314" v="68" actId="167"/>
          <ac:picMkLst>
            <pc:docMk/>
            <pc:sldMk cId="0" sldId="256"/>
            <ac:picMk id="14" creationId="{00000000-0000-0000-0000-000000000000}"/>
          </ac:picMkLst>
        </pc:picChg>
      </pc:sldChg>
      <pc:sldChg chg="addSp delSp modSp mod modTransition">
        <pc:chgData name="vpgalaxy514@gmail.com" userId="54935cb635ba8e05" providerId="LiveId" clId="{82F09ACC-76B4-4DBD-8102-E252A8E13366}" dt="2026-01-30T07:41:35.837" v="943" actId="1035"/>
        <pc:sldMkLst>
          <pc:docMk/>
          <pc:sldMk cId="0" sldId="257"/>
        </pc:sldMkLst>
        <pc:spChg chg="mod">
          <ac:chgData name="vpgalaxy514@gmail.com" userId="54935cb635ba8e05" providerId="LiveId" clId="{82F09ACC-76B4-4DBD-8102-E252A8E13366}" dt="2026-01-30T05:57:09.689" v="36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vpgalaxy514@gmail.com" userId="54935cb635ba8e05" providerId="LiveId" clId="{82F09ACC-76B4-4DBD-8102-E252A8E13366}" dt="2026-01-30T06:34:19.310" v="893" actId="20577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vpgalaxy514@gmail.com" userId="54935cb635ba8e05" providerId="LiveId" clId="{82F09ACC-76B4-4DBD-8102-E252A8E13366}" dt="2026-01-30T06:06:58.568" v="415" actId="207"/>
          <ac:spMkLst>
            <pc:docMk/>
            <pc:sldMk cId="0" sldId="257"/>
            <ac:spMk id="6" creationId="{58414782-07DD-2D20-96F0-D09B65EE6527}"/>
          </ac:spMkLst>
        </pc:spChg>
        <pc:spChg chg="mod">
          <ac:chgData name="vpgalaxy514@gmail.com" userId="54935cb635ba8e05" providerId="LiveId" clId="{82F09ACC-76B4-4DBD-8102-E252A8E13366}" dt="2026-01-30T06:06:54.666" v="413" actId="1038"/>
          <ac:spMkLst>
            <pc:docMk/>
            <pc:sldMk cId="0" sldId="257"/>
            <ac:spMk id="7" creationId="{00000000-0000-0000-0000-000000000000}"/>
          </ac:spMkLst>
        </pc:spChg>
        <pc:picChg chg="add del mod modCrop">
          <ac:chgData name="vpgalaxy514@gmail.com" userId="54935cb635ba8e05" providerId="LiveId" clId="{82F09ACC-76B4-4DBD-8102-E252A8E13366}" dt="2026-01-30T07:40:00.225" v="930" actId="478"/>
          <ac:picMkLst>
            <pc:docMk/>
            <pc:sldMk cId="0" sldId="257"/>
            <ac:picMk id="5" creationId="{6D22787C-3F55-0134-EE1F-97C2F0FEC260}"/>
          </ac:picMkLst>
        </pc:picChg>
        <pc:picChg chg="add del mod modCrop">
          <ac:chgData name="vpgalaxy514@gmail.com" userId="54935cb635ba8e05" providerId="LiveId" clId="{82F09ACC-76B4-4DBD-8102-E252A8E13366}" dt="2026-01-30T07:39:58.393" v="929" actId="478"/>
          <ac:picMkLst>
            <pc:docMk/>
            <pc:sldMk cId="0" sldId="257"/>
            <ac:picMk id="9" creationId="{4BD75C18-9AEF-15BD-7169-84A4E3C0E7FD}"/>
          </ac:picMkLst>
        </pc:picChg>
        <pc:picChg chg="mod">
          <ac:chgData name="vpgalaxy514@gmail.com" userId="54935cb635ba8e05" providerId="LiveId" clId="{82F09ACC-76B4-4DBD-8102-E252A8E13366}" dt="2026-01-30T06:03:16.936" v="391" actId="1036"/>
          <ac:picMkLst>
            <pc:docMk/>
            <pc:sldMk cId="0" sldId="257"/>
            <ac:picMk id="11" creationId="{00000000-0000-0000-0000-000000000000}"/>
          </ac:picMkLst>
        </pc:picChg>
        <pc:picChg chg="del">
          <ac:chgData name="vpgalaxy514@gmail.com" userId="54935cb635ba8e05" providerId="LiveId" clId="{82F09ACC-76B4-4DBD-8102-E252A8E13366}" dt="2026-01-30T05:41:45.468" v="227" actId="478"/>
          <ac:picMkLst>
            <pc:docMk/>
            <pc:sldMk cId="0" sldId="257"/>
            <ac:picMk id="12" creationId="{00000000-0000-0000-0000-000000000000}"/>
          </ac:picMkLst>
        </pc:picChg>
        <pc:picChg chg="add mod modCrop">
          <ac:chgData name="vpgalaxy514@gmail.com" userId="54935cb635ba8e05" providerId="LiveId" clId="{82F09ACC-76B4-4DBD-8102-E252A8E13366}" dt="2026-01-30T07:41:35.837" v="943" actId="1035"/>
          <ac:picMkLst>
            <pc:docMk/>
            <pc:sldMk cId="0" sldId="257"/>
            <ac:picMk id="13" creationId="{029C79C7-55D2-4310-9B8B-92AD868B2AAE}"/>
          </ac:picMkLst>
        </pc:picChg>
      </pc:sldChg>
      <pc:sldChg chg="addSp delSp modSp mod">
        <pc:chgData name="vpgalaxy514@gmail.com" userId="54935cb635ba8e05" providerId="LiveId" clId="{82F09ACC-76B4-4DBD-8102-E252A8E13366}" dt="2026-01-30T07:43:15.322" v="957" actId="1076"/>
        <pc:sldMkLst>
          <pc:docMk/>
          <pc:sldMk cId="0" sldId="258"/>
        </pc:sldMkLst>
        <pc:spChg chg="mod">
          <ac:chgData name="vpgalaxy514@gmail.com" userId="54935cb635ba8e05" providerId="LiveId" clId="{82F09ACC-76B4-4DBD-8102-E252A8E13366}" dt="2026-01-30T06:09:32.906" v="416" actId="13822"/>
          <ac:spMkLst>
            <pc:docMk/>
            <pc:sldMk cId="0" sldId="258"/>
            <ac:spMk id="2" creationId="{00000000-0000-0000-0000-000000000000}"/>
          </ac:spMkLst>
        </pc:spChg>
        <pc:spChg chg="del">
          <ac:chgData name="vpgalaxy514@gmail.com" userId="54935cb635ba8e05" providerId="LiveId" clId="{82F09ACC-76B4-4DBD-8102-E252A8E13366}" dt="2026-01-30T07:29:26.336" v="901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vpgalaxy514@gmail.com" userId="54935cb635ba8e05" providerId="LiveId" clId="{82F09ACC-76B4-4DBD-8102-E252A8E13366}" dt="2026-01-30T07:29:24.416" v="900" actId="478"/>
          <ac:spMkLst>
            <pc:docMk/>
            <pc:sldMk cId="0" sldId="258"/>
            <ac:spMk id="36" creationId="{00000000-0000-0000-0000-000000000000}"/>
          </ac:spMkLst>
        </pc:spChg>
        <pc:spChg chg="del">
          <ac:chgData name="vpgalaxy514@gmail.com" userId="54935cb635ba8e05" providerId="LiveId" clId="{82F09ACC-76B4-4DBD-8102-E252A8E13366}" dt="2026-01-30T07:29:24.416" v="900" actId="478"/>
          <ac:spMkLst>
            <pc:docMk/>
            <pc:sldMk cId="0" sldId="258"/>
            <ac:spMk id="37" creationId="{00000000-0000-0000-0000-000000000000}"/>
          </ac:spMkLst>
        </pc:spChg>
        <pc:grpChg chg="mod">
          <ac:chgData name="vpgalaxy514@gmail.com" userId="54935cb635ba8e05" providerId="LiveId" clId="{82F09ACC-76B4-4DBD-8102-E252A8E13366}" dt="2026-01-30T07:30:48.802" v="924" actId="1076"/>
          <ac:grpSpMkLst>
            <pc:docMk/>
            <pc:sldMk cId="0" sldId="258"/>
            <ac:grpSpMk id="4" creationId="{00000000-0000-0000-0000-000000000000}"/>
          </ac:grpSpMkLst>
        </pc:grpChg>
        <pc:grpChg chg="del">
          <ac:chgData name="vpgalaxy514@gmail.com" userId="54935cb635ba8e05" providerId="LiveId" clId="{82F09ACC-76B4-4DBD-8102-E252A8E13366}" dt="2026-01-30T07:29:51.948" v="905" actId="478"/>
          <ac:grpSpMkLst>
            <pc:docMk/>
            <pc:sldMk cId="0" sldId="258"/>
            <ac:grpSpMk id="9" creationId="{00000000-0000-0000-0000-000000000000}"/>
          </ac:grpSpMkLst>
        </pc:grpChg>
        <pc:grpChg chg="del">
          <ac:chgData name="vpgalaxy514@gmail.com" userId="54935cb635ba8e05" providerId="LiveId" clId="{82F09ACC-76B4-4DBD-8102-E252A8E13366}" dt="2026-01-30T07:29:53.423" v="906" actId="478"/>
          <ac:grpSpMkLst>
            <pc:docMk/>
            <pc:sldMk cId="0" sldId="258"/>
            <ac:grpSpMk id="13" creationId="{00000000-0000-0000-0000-000000000000}"/>
          </ac:grpSpMkLst>
        </pc:grpChg>
        <pc:picChg chg="del mod">
          <ac:chgData name="vpgalaxy514@gmail.com" userId="54935cb635ba8e05" providerId="LiveId" clId="{82F09ACC-76B4-4DBD-8102-E252A8E13366}" dt="2026-01-30T07:30:04.679" v="911" actId="478"/>
          <ac:picMkLst>
            <pc:docMk/>
            <pc:sldMk cId="0" sldId="258"/>
            <ac:picMk id="3" creationId="{00000000-0000-0000-0000-000000000000}"/>
          </ac:picMkLst>
        </pc:picChg>
        <pc:picChg chg="add del mod">
          <ac:chgData name="vpgalaxy514@gmail.com" userId="54935cb635ba8e05" providerId="LiveId" clId="{82F09ACC-76B4-4DBD-8102-E252A8E13366}" dt="2026-01-30T07:41:43.420" v="944" actId="478"/>
          <ac:picMkLst>
            <pc:docMk/>
            <pc:sldMk cId="0" sldId="258"/>
            <ac:picMk id="7" creationId="{B8B7F4D5-DB00-1420-0952-541E1C410B4E}"/>
          </ac:picMkLst>
        </pc:picChg>
        <pc:picChg chg="del">
          <ac:chgData name="vpgalaxy514@gmail.com" userId="54935cb635ba8e05" providerId="LiveId" clId="{82F09ACC-76B4-4DBD-8102-E252A8E13366}" dt="2026-01-30T07:29:59.636" v="908" actId="478"/>
          <ac:picMkLst>
            <pc:docMk/>
            <pc:sldMk cId="0" sldId="258"/>
            <ac:picMk id="8" creationId="{00000000-0000-0000-0000-000000000000}"/>
          </ac:picMkLst>
        </pc:picChg>
        <pc:picChg chg="del">
          <ac:chgData name="vpgalaxy514@gmail.com" userId="54935cb635ba8e05" providerId="LiveId" clId="{82F09ACC-76B4-4DBD-8102-E252A8E13366}" dt="2026-01-30T07:29:57.204" v="907" actId="478"/>
          <ac:picMkLst>
            <pc:docMk/>
            <pc:sldMk cId="0" sldId="258"/>
            <ac:picMk id="12" creationId="{00000000-0000-0000-0000-000000000000}"/>
          </ac:picMkLst>
        </pc:picChg>
        <pc:picChg chg="add mod">
          <ac:chgData name="vpgalaxy514@gmail.com" userId="54935cb635ba8e05" providerId="LiveId" clId="{82F09ACC-76B4-4DBD-8102-E252A8E13366}" dt="2026-01-30T06:02:59.312" v="384"/>
          <ac:picMkLst>
            <pc:docMk/>
            <pc:sldMk cId="0" sldId="258"/>
            <ac:picMk id="16" creationId="{2746894A-2C16-C0EC-35CA-56EAD142B191}"/>
          </ac:picMkLst>
        </pc:picChg>
        <pc:picChg chg="add mod modCrop">
          <ac:chgData name="vpgalaxy514@gmail.com" userId="54935cb635ba8e05" providerId="LiveId" clId="{82F09ACC-76B4-4DBD-8102-E252A8E13366}" dt="2026-01-30T07:43:15.322" v="957" actId="1076"/>
          <ac:picMkLst>
            <pc:docMk/>
            <pc:sldMk cId="0" sldId="258"/>
            <ac:picMk id="18" creationId="{9043C00F-3845-0202-24EB-E18450A6EE8A}"/>
          </ac:picMkLst>
        </pc:picChg>
        <pc:picChg chg="add mod">
          <ac:chgData name="vpgalaxy514@gmail.com" userId="54935cb635ba8e05" providerId="LiveId" clId="{82F09ACC-76B4-4DBD-8102-E252A8E13366}" dt="2026-01-30T07:41:44.133" v="945"/>
          <ac:picMkLst>
            <pc:docMk/>
            <pc:sldMk cId="0" sldId="258"/>
            <ac:picMk id="19" creationId="{8D387C74-5B68-2A64-F1A5-F1416E836DF0}"/>
          </ac:picMkLst>
        </pc:picChg>
        <pc:picChg chg="add del">
          <ac:chgData name="vpgalaxy514@gmail.com" userId="54935cb635ba8e05" providerId="LiveId" clId="{82F09ACC-76B4-4DBD-8102-E252A8E13366}" dt="2026-01-30T07:28:15.638" v="896" actId="478"/>
          <ac:picMkLst>
            <pc:docMk/>
            <pc:sldMk cId="0" sldId="258"/>
            <ac:picMk id="32" creationId="{00000000-0000-0000-0000-000000000000}"/>
          </ac:picMkLst>
        </pc:picChg>
        <pc:picChg chg="del">
          <ac:chgData name="vpgalaxy514@gmail.com" userId="54935cb635ba8e05" providerId="LiveId" clId="{82F09ACC-76B4-4DBD-8102-E252A8E13366}" dt="2026-01-30T07:29:19.540" v="897" actId="478"/>
          <ac:picMkLst>
            <pc:docMk/>
            <pc:sldMk cId="0" sldId="258"/>
            <ac:picMk id="33" creationId="{00000000-0000-0000-0000-000000000000}"/>
          </ac:picMkLst>
        </pc:picChg>
        <pc:picChg chg="del">
          <ac:chgData name="vpgalaxy514@gmail.com" userId="54935cb635ba8e05" providerId="LiveId" clId="{82F09ACC-76B4-4DBD-8102-E252A8E13366}" dt="2026-01-30T05:57:33.047" v="364" actId="478"/>
          <ac:picMkLst>
            <pc:docMk/>
            <pc:sldMk cId="0" sldId="258"/>
            <ac:picMk id="34" creationId="{00000000-0000-0000-0000-000000000000}"/>
          </ac:picMkLst>
        </pc:picChg>
        <pc:picChg chg="del">
          <ac:chgData name="vpgalaxy514@gmail.com" userId="54935cb635ba8e05" providerId="LiveId" clId="{82F09ACC-76B4-4DBD-8102-E252A8E13366}" dt="2026-01-30T05:53:44.577" v="245" actId="478"/>
          <ac:picMkLst>
            <pc:docMk/>
            <pc:sldMk cId="0" sldId="258"/>
            <ac:picMk id="42" creationId="{00000000-0000-0000-0000-000000000000}"/>
          </ac:picMkLst>
        </pc:picChg>
        <pc:picChg chg="add del mod">
          <ac:chgData name="vpgalaxy514@gmail.com" userId="54935cb635ba8e05" providerId="LiveId" clId="{82F09ACC-76B4-4DBD-8102-E252A8E13366}" dt="2026-01-30T07:29:22.296" v="899" actId="478"/>
          <ac:picMkLst>
            <pc:docMk/>
            <pc:sldMk cId="0" sldId="258"/>
            <ac:picMk id="1026" creationId="{00000000-0000-0000-0000-000000000000}"/>
          </ac:picMkLst>
        </pc:picChg>
        <pc:picChg chg="add del">
          <ac:chgData name="vpgalaxy514@gmail.com" userId="54935cb635ba8e05" providerId="LiveId" clId="{82F09ACC-76B4-4DBD-8102-E252A8E13366}" dt="2026-01-30T07:29:24.416" v="900" actId="478"/>
          <ac:picMkLst>
            <pc:docMk/>
            <pc:sldMk cId="0" sldId="258"/>
            <ac:picMk id="1028" creationId="{00000000-0000-0000-0000-000000000000}"/>
          </ac:picMkLst>
        </pc:picChg>
        <pc:picChg chg="del">
          <ac:chgData name="vpgalaxy514@gmail.com" userId="54935cb635ba8e05" providerId="LiveId" clId="{82F09ACC-76B4-4DBD-8102-E252A8E13366}" dt="2026-01-30T07:29:24.416" v="900" actId="478"/>
          <ac:picMkLst>
            <pc:docMk/>
            <pc:sldMk cId="0" sldId="258"/>
            <ac:picMk id="1030" creationId="{00000000-0000-0000-0000-000000000000}"/>
          </ac:picMkLst>
        </pc:picChg>
      </pc:sldChg>
      <pc:sldChg chg="addSp delSp modSp mod">
        <pc:chgData name="vpgalaxy514@gmail.com" userId="54935cb635ba8e05" providerId="LiveId" clId="{82F09ACC-76B4-4DBD-8102-E252A8E13366}" dt="2026-01-30T07:41:56.952" v="947"/>
        <pc:sldMkLst>
          <pc:docMk/>
          <pc:sldMk cId="0" sldId="259"/>
        </pc:sldMkLst>
        <pc:spChg chg="mod">
          <ac:chgData name="vpgalaxy514@gmail.com" userId="54935cb635ba8e05" providerId="LiveId" clId="{82F09ACC-76B4-4DBD-8102-E252A8E13366}" dt="2026-01-30T06:17:59.358" v="633" actId="13822"/>
          <ac:spMkLst>
            <pc:docMk/>
            <pc:sldMk cId="0" sldId="259"/>
            <ac:spMk id="2" creationId="{00000000-0000-0000-0000-000000000000}"/>
          </ac:spMkLst>
        </pc:spChg>
        <pc:picChg chg="add del mod">
          <ac:chgData name="vpgalaxy514@gmail.com" userId="54935cb635ba8e05" providerId="LiveId" clId="{82F09ACC-76B4-4DBD-8102-E252A8E13366}" dt="2026-01-30T07:41:56.235" v="946" actId="478"/>
          <ac:picMkLst>
            <pc:docMk/>
            <pc:sldMk cId="0" sldId="259"/>
            <ac:picMk id="3" creationId="{CAE48966-14E6-FF3A-0CB7-51A7DDF18C14}"/>
          </ac:picMkLst>
        </pc:picChg>
        <pc:picChg chg="add mod">
          <ac:chgData name="vpgalaxy514@gmail.com" userId="54935cb635ba8e05" providerId="LiveId" clId="{82F09ACC-76B4-4DBD-8102-E252A8E13366}" dt="2026-01-30T07:41:56.952" v="947"/>
          <ac:picMkLst>
            <pc:docMk/>
            <pc:sldMk cId="0" sldId="259"/>
            <ac:picMk id="8" creationId="{B7FB1AE4-ACED-DFC7-F34A-90E329A684F9}"/>
          </ac:picMkLst>
        </pc:picChg>
        <pc:picChg chg="del">
          <ac:chgData name="vpgalaxy514@gmail.com" userId="54935cb635ba8e05" providerId="LiveId" clId="{82F09ACC-76B4-4DBD-8102-E252A8E13366}" dt="2026-01-30T05:53:49.806" v="247" actId="478"/>
          <ac:picMkLst>
            <pc:docMk/>
            <pc:sldMk cId="0" sldId="259"/>
            <ac:picMk id="26" creationId="{00000000-0000-0000-0000-000000000000}"/>
          </ac:picMkLst>
        </pc:picChg>
      </pc:sldChg>
      <pc:sldChg chg="addSp delSp modSp mod">
        <pc:chgData name="vpgalaxy514@gmail.com" userId="54935cb635ba8e05" providerId="LiveId" clId="{82F09ACC-76B4-4DBD-8102-E252A8E13366}" dt="2026-01-30T07:42:05.249" v="949"/>
        <pc:sldMkLst>
          <pc:docMk/>
          <pc:sldMk cId="0" sldId="260"/>
        </pc:sldMkLst>
        <pc:spChg chg="mod">
          <ac:chgData name="vpgalaxy514@gmail.com" userId="54935cb635ba8e05" providerId="LiveId" clId="{82F09ACC-76B4-4DBD-8102-E252A8E13366}" dt="2026-01-30T06:18:13.531" v="634" actId="13822"/>
          <ac:spMkLst>
            <pc:docMk/>
            <pc:sldMk cId="0" sldId="260"/>
            <ac:spMk id="2" creationId="{00000000-0000-0000-0000-000000000000}"/>
          </ac:spMkLst>
        </pc:spChg>
        <pc:picChg chg="add del mod">
          <ac:chgData name="vpgalaxy514@gmail.com" userId="54935cb635ba8e05" providerId="LiveId" clId="{82F09ACC-76B4-4DBD-8102-E252A8E13366}" dt="2026-01-30T07:42:01.484" v="948" actId="478"/>
          <ac:picMkLst>
            <pc:docMk/>
            <pc:sldMk cId="0" sldId="260"/>
            <ac:picMk id="3" creationId="{177B8BA2-B335-A99B-D2F0-20B9D254D2C8}"/>
          </ac:picMkLst>
        </pc:picChg>
        <pc:picChg chg="add mod">
          <ac:chgData name="vpgalaxy514@gmail.com" userId="54935cb635ba8e05" providerId="LiveId" clId="{82F09ACC-76B4-4DBD-8102-E252A8E13366}" dt="2026-01-30T07:42:05.249" v="949"/>
          <ac:picMkLst>
            <pc:docMk/>
            <pc:sldMk cId="0" sldId="260"/>
            <ac:picMk id="5" creationId="{2B2C9F50-B3C3-F762-7EAB-0D93C2F410EB}"/>
          </ac:picMkLst>
        </pc:picChg>
        <pc:picChg chg="del">
          <ac:chgData name="vpgalaxy514@gmail.com" userId="54935cb635ba8e05" providerId="LiveId" clId="{82F09ACC-76B4-4DBD-8102-E252A8E13366}" dt="2026-01-30T05:54:02.400" v="249" actId="478"/>
          <ac:picMkLst>
            <pc:docMk/>
            <pc:sldMk cId="0" sldId="260"/>
            <ac:picMk id="13" creationId="{00000000-0000-0000-0000-000000000000}"/>
          </ac:picMkLst>
        </pc:picChg>
      </pc:sldChg>
      <pc:sldChg chg="addSp delSp modSp mod">
        <pc:chgData name="vpgalaxy514@gmail.com" userId="54935cb635ba8e05" providerId="LiveId" clId="{82F09ACC-76B4-4DBD-8102-E252A8E13366}" dt="2026-01-30T07:42:10.472" v="951"/>
        <pc:sldMkLst>
          <pc:docMk/>
          <pc:sldMk cId="0" sldId="261"/>
        </pc:sldMkLst>
        <pc:spChg chg="mod">
          <ac:chgData name="vpgalaxy514@gmail.com" userId="54935cb635ba8e05" providerId="LiveId" clId="{82F09ACC-76B4-4DBD-8102-E252A8E13366}" dt="2026-01-30T06:18:23.497" v="635" actId="13822"/>
          <ac:spMkLst>
            <pc:docMk/>
            <pc:sldMk cId="0" sldId="261"/>
            <ac:spMk id="2" creationId="{00000000-0000-0000-0000-000000000000}"/>
          </ac:spMkLst>
        </pc:spChg>
        <pc:picChg chg="add del mod">
          <ac:chgData name="vpgalaxy514@gmail.com" userId="54935cb635ba8e05" providerId="LiveId" clId="{82F09ACC-76B4-4DBD-8102-E252A8E13366}" dt="2026-01-30T07:42:09.629" v="950" actId="478"/>
          <ac:picMkLst>
            <pc:docMk/>
            <pc:sldMk cId="0" sldId="261"/>
            <ac:picMk id="3" creationId="{D3E60AF2-D2CC-F200-17D9-57BA76D062D1}"/>
          </ac:picMkLst>
        </pc:picChg>
        <pc:picChg chg="add mod">
          <ac:chgData name="vpgalaxy514@gmail.com" userId="54935cb635ba8e05" providerId="LiveId" clId="{82F09ACC-76B4-4DBD-8102-E252A8E13366}" dt="2026-01-30T07:42:10.472" v="951"/>
          <ac:picMkLst>
            <pc:docMk/>
            <pc:sldMk cId="0" sldId="261"/>
            <ac:picMk id="5" creationId="{4CD57DCD-AA77-74DF-8B25-28D7DF7F3FEB}"/>
          </ac:picMkLst>
        </pc:picChg>
        <pc:picChg chg="del">
          <ac:chgData name="vpgalaxy514@gmail.com" userId="54935cb635ba8e05" providerId="LiveId" clId="{82F09ACC-76B4-4DBD-8102-E252A8E13366}" dt="2026-01-30T05:54:08.613" v="251" actId="478"/>
          <ac:picMkLst>
            <pc:docMk/>
            <pc:sldMk cId="0" sldId="261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61387-D930-4FAF-9566-5D8D14FC53E3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49F3-3DA5-45A8-BD46-391EF635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65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49F3-3DA5-45A8-BD46-391EF635A2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513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heavy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75" dirty="0"/>
              <a:t>@SIH</a:t>
            </a:r>
            <a:r>
              <a:rPr spc="155" dirty="0"/>
              <a:t> </a:t>
            </a:r>
            <a:r>
              <a:rPr dirty="0"/>
              <a:t>Idea</a:t>
            </a:r>
            <a:r>
              <a:rPr spc="160" dirty="0"/>
              <a:t> </a:t>
            </a:r>
            <a:r>
              <a:rPr dirty="0"/>
              <a:t>submission-</a:t>
            </a:r>
            <a:r>
              <a:rPr spc="165" dirty="0"/>
              <a:t> </a:t>
            </a:r>
            <a:r>
              <a:rPr spc="4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 u="heavy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75" dirty="0"/>
              <a:t>@SIH</a:t>
            </a:r>
            <a:r>
              <a:rPr spc="155" dirty="0"/>
              <a:t> </a:t>
            </a:r>
            <a:r>
              <a:rPr dirty="0"/>
              <a:t>Idea</a:t>
            </a:r>
            <a:r>
              <a:rPr spc="160" dirty="0"/>
              <a:t> </a:t>
            </a:r>
            <a:r>
              <a:rPr dirty="0"/>
              <a:t>submission-</a:t>
            </a:r>
            <a:r>
              <a:rPr spc="165" dirty="0"/>
              <a:t> </a:t>
            </a:r>
            <a:r>
              <a:rPr spc="4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75" dirty="0"/>
              <a:t>@SIH</a:t>
            </a:r>
            <a:r>
              <a:rPr spc="155" dirty="0"/>
              <a:t> </a:t>
            </a:r>
            <a:r>
              <a:rPr dirty="0"/>
              <a:t>Idea</a:t>
            </a:r>
            <a:r>
              <a:rPr spc="160" dirty="0"/>
              <a:t> </a:t>
            </a:r>
            <a:r>
              <a:rPr dirty="0"/>
              <a:t>submission-</a:t>
            </a:r>
            <a:r>
              <a:rPr spc="165" dirty="0"/>
              <a:t> </a:t>
            </a:r>
            <a:r>
              <a:rPr spc="4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75" dirty="0"/>
              <a:t>@SIH</a:t>
            </a:r>
            <a:r>
              <a:rPr spc="155" dirty="0"/>
              <a:t> </a:t>
            </a:r>
            <a:r>
              <a:rPr dirty="0"/>
              <a:t>Idea</a:t>
            </a:r>
            <a:r>
              <a:rPr spc="160" dirty="0"/>
              <a:t> </a:t>
            </a:r>
            <a:r>
              <a:rPr dirty="0"/>
              <a:t>submission-</a:t>
            </a:r>
            <a:r>
              <a:rPr spc="165" dirty="0"/>
              <a:t> </a:t>
            </a:r>
            <a:r>
              <a:rPr spc="4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75" dirty="0"/>
              <a:t>@SIH</a:t>
            </a:r>
            <a:r>
              <a:rPr spc="155" dirty="0"/>
              <a:t> </a:t>
            </a:r>
            <a:r>
              <a:rPr dirty="0"/>
              <a:t>Idea</a:t>
            </a:r>
            <a:r>
              <a:rPr spc="160" dirty="0"/>
              <a:t> </a:t>
            </a:r>
            <a:r>
              <a:rPr dirty="0"/>
              <a:t>submission-</a:t>
            </a:r>
            <a:r>
              <a:rPr spc="165" dirty="0"/>
              <a:t> </a:t>
            </a:r>
            <a:r>
              <a:rPr spc="4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56247"/>
            <a:ext cx="12192000" cy="5017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9215" y="208915"/>
            <a:ext cx="697356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305" y="1194434"/>
            <a:ext cx="10520680" cy="4515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heavy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53329" y="6415663"/>
            <a:ext cx="2393950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75" dirty="0"/>
              <a:t>@SIH</a:t>
            </a:r>
            <a:r>
              <a:rPr spc="155" dirty="0"/>
              <a:t> </a:t>
            </a:r>
            <a:r>
              <a:rPr dirty="0"/>
              <a:t>Idea</a:t>
            </a:r>
            <a:r>
              <a:rPr spc="160" dirty="0"/>
              <a:t> </a:t>
            </a:r>
            <a:r>
              <a:rPr dirty="0"/>
              <a:t>submission-</a:t>
            </a:r>
            <a:r>
              <a:rPr spc="165" dirty="0"/>
              <a:t> </a:t>
            </a:r>
            <a:r>
              <a:rPr spc="4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68405" y="6441271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ert.org/an-iot-and-ai-driven-framework-for-real-time-water-quality-assessment-and-intelligent-purification-recommendation" TargetMode="External"/><Relationship Id="rId2" Type="http://schemas.openxmlformats.org/officeDocument/2006/relationships/hyperlink" Target="https://link.springer.com/article/10.1007/s44291-025-00070-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hyperlink" Target="https://www.researchgate.net/publication/370021809_Low-Cost_Internet-of-Things_Water-Quality_Monitoring_System_for_Rural_Are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WhatsApp_Image_2026-01-22_at_8.16.32_PM-removebg-preview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086600" y="1782297"/>
            <a:ext cx="3886200" cy="38111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52600" y="326081"/>
            <a:ext cx="9067799" cy="6277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>
                <a:solidFill>
                  <a:srgbClr val="1F487C"/>
                </a:solidFill>
                <a:latin typeface="Arial"/>
                <a:cs typeface="Arial"/>
              </a:rPr>
              <a:t>  NIMIRNDHU NIL HACKATHON</a:t>
            </a:r>
            <a:r>
              <a:rPr sz="4000" spc="-14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1F487C"/>
                </a:solidFill>
                <a:latin typeface="Arial"/>
                <a:cs typeface="Arial"/>
              </a:rPr>
              <a:t>202</a:t>
            </a:r>
            <a:r>
              <a:rPr lang="en-US" sz="4000" spc="-20" dirty="0">
                <a:solidFill>
                  <a:srgbClr val="1F487C"/>
                </a:solidFill>
                <a:latin typeface="Arial"/>
                <a:cs typeface="Arial"/>
              </a:rPr>
              <a:t>6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395" y="1586844"/>
            <a:ext cx="11292205" cy="42043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00405" algn="ctr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PAGE</a:t>
            </a:r>
            <a:endParaRPr lang="en-US" sz="3200" b="1" spc="-20" dirty="0">
              <a:latin typeface="Times New Roman"/>
              <a:cs typeface="Times New Roman"/>
            </a:endParaRPr>
          </a:p>
          <a:p>
            <a:pPr marR="700405" algn="ctr">
              <a:lnSpc>
                <a:spcPct val="100000"/>
              </a:lnSpc>
              <a:spcBef>
                <a:spcPts val="10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/>
                <a:cs typeface="Arial"/>
              </a:rPr>
              <a:t>- </a:t>
            </a:r>
            <a:r>
              <a:rPr lang="en-US" sz="2400" dirty="0">
                <a:latin typeface="Arial"/>
                <a:cs typeface="Arial"/>
              </a:rPr>
              <a:t>201</a:t>
            </a:r>
            <a:endParaRPr lang="en-GB" sz="24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Title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IN" sz="2400" b="1" dirty="0">
                <a:latin typeface="Arial"/>
                <a:cs typeface="Arial"/>
              </a:rPr>
              <a:t>- </a:t>
            </a:r>
            <a:r>
              <a:rPr sz="2400" b="1" spc="55" dirty="0">
                <a:latin typeface="Arial"/>
                <a:cs typeface="Arial"/>
              </a:rPr>
              <a:t> </a:t>
            </a:r>
            <a:r>
              <a:rPr lang="en-US" sz="2400" dirty="0"/>
              <a:t>Smart IoT-Based Predictive Hazard Monitoring</a:t>
            </a:r>
          </a:p>
          <a:p>
            <a:pPr marL="12700">
              <a:lnSpc>
                <a:spcPct val="100000"/>
              </a:lnSpc>
              <a:spcBef>
                <a:spcPts val="2135"/>
              </a:spcBef>
              <a:tabLst>
                <a:tab pos="297815" algn="l"/>
              </a:tabLst>
            </a:pPr>
            <a:r>
              <a:rPr lang="en-US" sz="2400" dirty="0"/>
              <a:t>                                                          System for Fireworks Industry</a:t>
            </a:r>
            <a:endParaRPr lang="en-US" sz="24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IN" sz="2400" b="1" dirty="0">
                <a:latin typeface="Arial"/>
                <a:cs typeface="Arial"/>
              </a:rPr>
              <a:t>–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lang="en-US" sz="2400" spc="-55" dirty="0">
                <a:latin typeface="Arial"/>
                <a:cs typeface="Arial"/>
              </a:rPr>
              <a:t>Disaster Management</a:t>
            </a:r>
            <a:endParaRPr lang="en-US" sz="24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Team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(Registered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portal)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GB" sz="2400" b="1" dirty="0">
                <a:latin typeface="Arial"/>
                <a:cs typeface="Arial"/>
              </a:rPr>
              <a:t>– </a:t>
            </a:r>
            <a:r>
              <a:rPr lang="en-GB" sz="2400" dirty="0">
                <a:latin typeface="Arial"/>
                <a:cs typeface="Arial"/>
              </a:rPr>
              <a:t>Team Layers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1" name="Picture 10" descr="WhatsApp_Image_2026-01-22_at_8.16.32_PM-removebg-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162139"/>
            <a:ext cx="1117600" cy="1096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F236E7-5C01-4398-EAFB-EDBD84403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944"/>
            <a:ext cx="1007018" cy="10960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243BCA-78AD-F1BB-6470-3C91B13DE31F}"/>
              </a:ext>
            </a:extLst>
          </p:cNvPr>
          <p:cNvSpPr/>
          <p:nvPr/>
        </p:nvSpPr>
        <p:spPr>
          <a:xfrm>
            <a:off x="4648200" y="1447800"/>
            <a:ext cx="2895600" cy="73230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1E7E99FA-092A-2876-963B-02CCE64A26CE}"/>
              </a:ext>
            </a:extLst>
          </p:cNvPr>
          <p:cNvSpPr/>
          <p:nvPr/>
        </p:nvSpPr>
        <p:spPr>
          <a:xfrm>
            <a:off x="1219200" y="1828800"/>
            <a:ext cx="3429000" cy="45719"/>
          </a:xfrm>
          <a:prstGeom prst="flowChartTerminator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4FC2F379-4BD2-EF6B-FE3A-C4194A34E1FB}"/>
              </a:ext>
            </a:extLst>
          </p:cNvPr>
          <p:cNvSpPr/>
          <p:nvPr/>
        </p:nvSpPr>
        <p:spPr>
          <a:xfrm>
            <a:off x="7543800" y="1828800"/>
            <a:ext cx="3429000" cy="45719"/>
          </a:xfrm>
          <a:prstGeom prst="flowChartTerminator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A5082CE4-CD0D-766B-2D27-AFC3DDCFC442}"/>
              </a:ext>
            </a:extLst>
          </p:cNvPr>
          <p:cNvSpPr/>
          <p:nvPr/>
        </p:nvSpPr>
        <p:spPr>
          <a:xfrm>
            <a:off x="3962400" y="6266290"/>
            <a:ext cx="4343400" cy="58310"/>
          </a:xfrm>
          <a:prstGeom prst="flowChartTerminator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118161"/>
            <a:ext cx="8111491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2135"/>
              </a:spcBef>
              <a:tabLst>
                <a:tab pos="297815" algn="l"/>
              </a:tabLst>
            </a:pPr>
            <a:r>
              <a:rPr lang="en-US" sz="2800" dirty="0"/>
              <a:t>Smart IoT-Based Predictive Hazard Monitoring </a:t>
            </a:r>
            <a:br>
              <a:rPr lang="en-US" sz="2800" dirty="0"/>
            </a:br>
            <a:r>
              <a:rPr lang="en-US" sz="2800" dirty="0"/>
              <a:t>           System for Fireworks Industry</a:t>
            </a:r>
            <a:br>
              <a:rPr lang="en-US" dirty="0"/>
            </a:b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423452"/>
            <a:ext cx="11085195" cy="8265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105"/>
              </a:spcBef>
              <a:buSzPct val="96875"/>
              <a:tabLst>
                <a:tab pos="374015" algn="l"/>
              </a:tabLst>
            </a:pPr>
            <a:r>
              <a:rPr lang="en-US" sz="26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6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2600" b="1" u="heavy" spc="-5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600" b="1" u="heavy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endParaRPr lang="en-US" sz="2600" b="1" u="heavy" spc="-10" dirty="0">
              <a:solidFill>
                <a:srgbClr val="1F487C"/>
              </a:solidFill>
              <a:uFill>
                <a:solidFill>
                  <a:srgbClr val="1F487C"/>
                </a:solidFill>
              </a:uFill>
              <a:latin typeface="Arial"/>
              <a:cs typeface="Arial"/>
            </a:endParaRPr>
          </a:p>
          <a:p>
            <a:pPr marL="467360" indent="-457200">
              <a:lnSpc>
                <a:spcPct val="100000"/>
              </a:lnSpc>
              <a:spcBef>
                <a:spcPts val="105"/>
              </a:spcBef>
              <a:buSzPct val="96875"/>
              <a:buFont typeface="Arial" panose="020B0604020202020204" pitchFamily="34" charset="0"/>
              <a:buChar char="•"/>
              <a:tabLst>
                <a:tab pos="374015" algn="l"/>
              </a:tabLst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343400" y="6468611"/>
            <a:ext cx="3785871" cy="271228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z="1600" spc="4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Nimirndhu</a:t>
            </a:r>
            <a:r>
              <a:rPr lang="en-US" sz="16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Nil Hackathon 2026</a:t>
            </a:r>
            <a:endParaRPr sz="1600" spc="4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11" name="Picture 10" descr="WhatsApp_Image_2026-01-22_at_8.16.32_PM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590" y="0"/>
            <a:ext cx="1117600" cy="10960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414782-07DD-2D20-96F0-D09B65EE6527}"/>
              </a:ext>
            </a:extLst>
          </p:cNvPr>
          <p:cNvSpPr/>
          <p:nvPr/>
        </p:nvSpPr>
        <p:spPr>
          <a:xfrm>
            <a:off x="2438400" y="118161"/>
            <a:ext cx="7848600" cy="9612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9C79C7-55D2-4310-9B8B-92AD868B2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5" t="13333" r="39375" b="51112"/>
          <a:stretch>
            <a:fillRect/>
          </a:stretch>
        </p:blipFill>
        <p:spPr>
          <a:xfrm>
            <a:off x="260652" y="76200"/>
            <a:ext cx="1507629" cy="12695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130" dirty="0"/>
              <a:t> </a:t>
            </a:r>
            <a:r>
              <a:rPr spc="-10" dirty="0"/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335683" y="1042041"/>
            <a:ext cx="1680845" cy="356870"/>
            <a:chOff x="906360" y="1588079"/>
            <a:chExt cx="1680845" cy="3568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2055" y="1588079"/>
              <a:ext cx="1612311" cy="348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360" y="1864906"/>
              <a:ext cx="1680400" cy="7956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4624167" y="6408908"/>
            <a:ext cx="3103879" cy="48154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spcBef>
                <a:spcPts val="195"/>
              </a:spcBef>
            </a:pPr>
            <a:r>
              <a:rPr lang="en-US" sz="16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Nimirndhu Nil Hackathon 2026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4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27" name="Picture 26" descr="WhatsApp_Image_2026-01-22_at_8.16.32_PM-removebg-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400" y="77655"/>
            <a:ext cx="1117600" cy="10960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43C00F-3845-0202-24EB-E18450A6EE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3" t="6385" r="10040" b="2052"/>
          <a:stretch>
            <a:fillRect/>
          </a:stretch>
        </p:blipFill>
        <p:spPr>
          <a:xfrm>
            <a:off x="1113182" y="1335204"/>
            <a:ext cx="10616317" cy="48156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387C74-5B68-2A64-F1A5-F1416E836D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5" t="13333" r="39375" b="51112"/>
          <a:stretch>
            <a:fillRect/>
          </a:stretch>
        </p:blipFill>
        <p:spPr>
          <a:xfrm>
            <a:off x="260652" y="76200"/>
            <a:ext cx="1507629" cy="12695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114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VIABILITY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491" y="1558030"/>
            <a:ext cx="100536" cy="10891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94013" y="1510099"/>
            <a:ext cx="4554855" cy="313690"/>
            <a:chOff x="861606" y="1495965"/>
            <a:chExt cx="4554855" cy="3136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473" y="1495965"/>
              <a:ext cx="4496906" cy="3058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606" y="1735683"/>
              <a:ext cx="4554397" cy="73837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57595" y="3238537"/>
            <a:ext cx="3928110" cy="313690"/>
            <a:chOff x="861606" y="3479705"/>
            <a:chExt cx="3928110" cy="31369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5981" y="3479705"/>
              <a:ext cx="3860640" cy="3058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1606" y="3719423"/>
              <a:ext cx="3927652" cy="73837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 flipH="1" flipV="1">
            <a:off x="509062" y="4876800"/>
            <a:ext cx="100537" cy="10891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857595" y="4748117"/>
            <a:ext cx="5797550" cy="313690"/>
            <a:chOff x="861606" y="4945285"/>
            <a:chExt cx="5797550" cy="31369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4013" y="4945285"/>
              <a:ext cx="5722054" cy="3058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1606" y="5185003"/>
              <a:ext cx="5797092" cy="7383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41546" y="1842066"/>
            <a:ext cx="11045654" cy="4406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Acceptance: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Turbidity-based indirect detection is an accepted research and industry method. </a:t>
            </a:r>
          </a:p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AI: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detects contamination by learning complex water quality patterns</a:t>
            </a:r>
            <a:r>
              <a:rPr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Cost: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lab risks and costly biosensors.</a:t>
            </a: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validity, safety, and affordability.</a:t>
            </a: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br>
              <a:rPr lang="en-GB" dirty="0"/>
            </a:br>
            <a:endParaRPr sz="1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and Data Limitations: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Indirect detection cannot identify specific bacterial species, and limited training data may initially reduce AI performance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445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and Environmental Challenges: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drift, fouling, and environmental factors like sediments or air bubbles can affect turbidity accuracy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&amp; Data Strategy: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time-series analysis and anomaly detection, and gradually expand training datasets with real-world data.</a:t>
            </a: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 &amp; Ethics: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periodic sensor calibration and clearly state system limitations to prevent misuse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4543004" y="6416929"/>
            <a:ext cx="3105990" cy="48154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spcBef>
                <a:spcPts val="195"/>
              </a:spcBef>
            </a:pPr>
            <a:r>
              <a:rPr lang="en-US" sz="16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Nimirndhu Nil Hackathon 2026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21" name="object 4">
            <a:extLst>
              <a:ext uri="{FF2B5EF4-FFF2-40B4-BE49-F238E27FC236}">
                <a16:creationId xmlns:a16="http://schemas.microsoft.com/office/drawing/2014/main" id="{24077B79-9653-C92C-836F-25D8CAD849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445" y="3348092"/>
            <a:ext cx="100536" cy="108914"/>
          </a:xfrm>
          <a:prstGeom prst="rect">
            <a:avLst/>
          </a:prstGeom>
        </p:spPr>
      </p:pic>
      <p:pic>
        <p:nvPicPr>
          <p:cNvPr id="23" name="Picture 22" descr="WhatsApp_Image_2026-01-22_at_8.16.32_PM-removebg-preview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0590" y="0"/>
            <a:ext cx="1117600" cy="1096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FB1AE4-ACED-DFC7-F34A-90E329A684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5" t="13333" r="39375" b="51112"/>
          <a:stretch>
            <a:fillRect/>
          </a:stretch>
        </p:blipFill>
        <p:spPr>
          <a:xfrm>
            <a:off x="260652" y="76200"/>
            <a:ext cx="1507629" cy="1269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81915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35305" y="1194434"/>
            <a:ext cx="10520680" cy="49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Potential</a:t>
            </a:r>
            <a:r>
              <a:rPr spc="-40" dirty="0"/>
              <a:t> </a:t>
            </a:r>
            <a:r>
              <a:rPr lang="en-GB" spc="-40" dirty="0"/>
              <a:t>I</a:t>
            </a:r>
            <a:r>
              <a:rPr dirty="0" err="1"/>
              <a:t>mpact</a:t>
            </a:r>
            <a:r>
              <a:rPr spc="-3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lang="en-GB" spc="-40" dirty="0"/>
              <a:t>T</a:t>
            </a:r>
            <a:r>
              <a:rPr dirty="0" err="1"/>
              <a:t>arget</a:t>
            </a:r>
            <a:r>
              <a:rPr spc="-30" dirty="0"/>
              <a:t> </a:t>
            </a:r>
            <a:r>
              <a:rPr lang="en-GB" spc="-10" dirty="0"/>
              <a:t>A</a:t>
            </a:r>
            <a:r>
              <a:rPr spc="-10" dirty="0" err="1"/>
              <a:t>udience</a:t>
            </a:r>
            <a:r>
              <a:rPr spc="-10" dirty="0"/>
              <a:t>:</a:t>
            </a:r>
          </a:p>
          <a:p>
            <a:pPr marL="612775" lvl="1" indent="-342900">
              <a:lnSpc>
                <a:spcPct val="100000"/>
              </a:lnSpc>
              <a:spcBef>
                <a:spcPts val="1720"/>
              </a:spcBef>
              <a:buFont typeface="Wingdings" panose="05000000000000000000" pitchFamily="2" charset="2"/>
              <a:buChar char="Ø"/>
              <a:tabLst>
                <a:tab pos="612140" algn="l"/>
              </a:tabLst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Communities: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early warnings for unsafe drinking water to prevent health risks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775" marR="5080" lvl="1" indent="-342900">
              <a:lnSpc>
                <a:spcPct val="100000"/>
              </a:lnSpc>
              <a:spcBef>
                <a:spcPts val="1480"/>
              </a:spcBef>
              <a:buFont typeface="Wingdings" panose="05000000000000000000" pitchFamily="2" charset="2"/>
              <a:buChar char="Ø"/>
              <a:tabLst>
                <a:tab pos="612775" algn="l"/>
              </a:tabLst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Authorities: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real-time water monitoring without dependence on laboratory testing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775" lvl="1" indent="-342900">
              <a:lnSpc>
                <a:spcPct val="100000"/>
              </a:lnSpc>
              <a:spcBef>
                <a:spcPts val="1025"/>
              </a:spcBef>
              <a:buFont typeface="Wingdings" panose="05000000000000000000" pitchFamily="2" charset="2"/>
              <a:buChar char="Ø"/>
              <a:tabLst>
                <a:tab pos="612140" algn="l"/>
              </a:tabLst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Serves as an affordable platform for hands-on learning in AI and IoT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775" lvl="1" indent="-342900">
              <a:lnSpc>
                <a:spcPct val="100000"/>
              </a:lnSpc>
              <a:spcBef>
                <a:spcPts val="910"/>
              </a:spcBef>
              <a:buFont typeface="Wingdings" panose="05000000000000000000" pitchFamily="2" charset="2"/>
              <a:buChar char="Ø"/>
              <a:tabLst>
                <a:tab pos="612140" algn="l"/>
              </a:tabLst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scalable and cost-effective solution for large-scale water safety initiative</a:t>
            </a:r>
            <a:r>
              <a:rPr lang="en-GB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Ø"/>
            </a:pPr>
            <a:endParaRPr sz="19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dirty="0"/>
              <a:t>Benefits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lang="en-GB" spc="-60" dirty="0"/>
              <a:t>S</a:t>
            </a:r>
            <a:r>
              <a:rPr dirty="0" err="1"/>
              <a:t>olution</a:t>
            </a:r>
            <a:r>
              <a:rPr spc="-10" dirty="0"/>
              <a:t>:</a:t>
            </a:r>
          </a:p>
          <a:p>
            <a:pPr marL="640080" lvl="1" indent="-342900">
              <a:lnSpc>
                <a:spcPct val="100000"/>
              </a:lnSpc>
              <a:spcBef>
                <a:spcPts val="1725"/>
              </a:spcBef>
              <a:buFont typeface="Wingdings" panose="05000000000000000000" pitchFamily="2" charset="2"/>
              <a:buChar char="Ø"/>
              <a:tabLst>
                <a:tab pos="63944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Social: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 to safe drinking water and reduces health risks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0080" lvl="1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63944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 cost system that minimizes dependence on laboratory testing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0080" lvl="1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63944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Environmental: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early detection to prevent water wastage and support efficient management.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0080" lvl="1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63944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Basis: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WHO guidelines and validated AI-IoT water quality studies.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419600" y="6415663"/>
            <a:ext cx="3027679" cy="48154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spcBef>
                <a:spcPts val="195"/>
              </a:spcBef>
            </a:pPr>
            <a:r>
              <a:rPr lang="en-US" sz="16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Nimirndhu Nil Hackathon 2026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4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10" name="Picture 9" descr="WhatsApp_Image_2026-01-22_at_8.16.32_PM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590" y="0"/>
            <a:ext cx="1117600" cy="10960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2C9F50-B3C3-F762-7EAB-0D93C2F41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5" t="13333" r="39375" b="51112"/>
          <a:stretch>
            <a:fillRect/>
          </a:stretch>
        </p:blipFill>
        <p:spPr>
          <a:xfrm>
            <a:off x="260652" y="76200"/>
            <a:ext cx="1507629" cy="1269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1300" algn="l"/>
              </a:tabLst>
            </a:pPr>
            <a:r>
              <a:rPr spc="-10" dirty="0"/>
              <a:t>RESEARCH</a:t>
            </a:r>
            <a:r>
              <a:rPr dirty="0"/>
              <a:t>	AND</a:t>
            </a:r>
            <a:r>
              <a:rPr spc="-9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600" y="1905000"/>
            <a:ext cx="11430000" cy="30758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4925" indent="-342900" algn="just"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lang="en-US" dirty="0"/>
              <a:t>An IOT-enabled intelligent water quality monitoring system for tourist safety using machine learning</a:t>
            </a:r>
            <a:r>
              <a:rPr lang="en-US" b="1" dirty="0"/>
              <a:t>.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lang="en-IN" spc="70" dirty="0">
                <a:latin typeface="Times New Roman"/>
                <a:cs typeface="Times New Roman"/>
                <a:hlinkClick r:id="rId2"/>
              </a:rPr>
              <a:t>https://link.springer.com/article/10.1007/s44291-025-00070-1</a:t>
            </a:r>
            <a:endParaRPr lang="en-IN" spc="70" dirty="0">
              <a:latin typeface="Times New Roman"/>
              <a:cs typeface="Times New Roman"/>
            </a:endParaRPr>
          </a:p>
          <a:p>
            <a:pPr marL="355600" marR="34925" indent="-342900" algn="just"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endParaRPr lang="en-US" spc="70" dirty="0">
              <a:latin typeface="Times New Roman"/>
              <a:cs typeface="Times New Roman"/>
            </a:endParaRPr>
          </a:p>
          <a:p>
            <a:pPr marL="355600" marR="34925" indent="-342900" algn="just"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lang="en-US" dirty="0"/>
              <a:t>An IOT and AI-Driven Framework for Real-Time Water Quality Assessment and Intelligent Purification Recommendation.</a:t>
            </a:r>
            <a:r>
              <a:rPr lang="en-US" dirty="0">
                <a:latin typeface="Times New Roman"/>
                <a:cs typeface="Times New Roman"/>
                <a:hlinkClick r:id="rId3"/>
              </a:rPr>
              <a:t>https://www.ijert.org/an-iot-and-ai-driven-framework-for-real-time-water-quality-assessment-and-intelligent-purification-recommendation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dirty="0">
              <a:latin typeface="Times New Roman"/>
              <a:cs typeface="Times New Roman"/>
            </a:endParaRPr>
          </a:p>
          <a:p>
            <a:pPr>
              <a:spcBef>
                <a:spcPts val="100"/>
              </a:spcBef>
              <a:buFont typeface="Wingdings"/>
              <a:buChar char=""/>
            </a:pPr>
            <a:r>
              <a:rPr lang="en-US" dirty="0"/>
              <a:t>Low-Cost Internet-of-Things Water-Quality Monitoring System for Rural Area</a:t>
            </a:r>
          </a:p>
          <a:p>
            <a:pPr>
              <a:spcBef>
                <a:spcPts val="100"/>
              </a:spcBef>
            </a:pPr>
            <a:r>
              <a:rPr lang="en-US" sz="1600" dirty="0">
                <a:hlinkClick r:id="rId4"/>
              </a:rPr>
              <a:t>     https://www.researchgate.net/publication/370021809_Low-Cost_Internet-of-Things_Water Quality_Monitoring_System_for_Rural_Areas</a:t>
            </a:r>
            <a:endParaRPr lang="en-US" sz="1600" dirty="0"/>
          </a:p>
          <a:p>
            <a:pPr>
              <a:spcBef>
                <a:spcPts val="100"/>
              </a:spcBef>
            </a:pPr>
            <a:endParaRPr lang="en-US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572000" y="6408908"/>
            <a:ext cx="3352799" cy="48154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spcBef>
                <a:spcPts val="195"/>
              </a:spcBef>
            </a:pPr>
            <a:r>
              <a:rPr lang="en-US" sz="16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Nimirndhu Nil Hackathon 2026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4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10" name="Picture 9" descr="WhatsApp_Image_2026-01-22_at_8.16.32_PM-removebg-pre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0590" y="0"/>
            <a:ext cx="1117600" cy="10960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D57DCD-AA77-74DF-8B25-28D7DF7F3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5" t="13333" r="39375" b="51112"/>
          <a:stretch>
            <a:fillRect/>
          </a:stretch>
        </p:blipFill>
        <p:spPr>
          <a:xfrm>
            <a:off x="260652" y="76200"/>
            <a:ext cx="1507629" cy="12695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447</Words>
  <Application>Microsoft Office PowerPoint</Application>
  <PresentationFormat>Widescreen</PresentationFormat>
  <Paragraphs>52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Arial MT</vt:lpstr>
      <vt:lpstr>Times New Roman</vt:lpstr>
      <vt:lpstr>Wingdings</vt:lpstr>
      <vt:lpstr>Office Theme</vt:lpstr>
      <vt:lpstr>  NIMIRNDHU NIL HACKATHON 2026</vt:lpstr>
      <vt:lpstr>Smart IoT-Based Predictive Hazard Monitoring             System for Fireworks Industry </vt:lpstr>
      <vt:lpstr>TECHNICAL APPROACH</vt:lpstr>
      <vt:lpstr>FEASIBILITY AND VIABILITY</vt:lpstr>
      <vt:lpstr>IMPACT AND BENEFITS</vt:lpstr>
      <vt:lpstr>RESEARCH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AADHI SHIVAN</dc:creator>
  <dc:description/>
  <cp:lastModifiedBy>vpgalaxy514@gmail.com</cp:lastModifiedBy>
  <cp:revision>12</cp:revision>
  <dcterms:created xsi:type="dcterms:W3CDTF">2026-01-26T16:13:58Z</dcterms:created>
  <dcterms:modified xsi:type="dcterms:W3CDTF">2026-01-30T07:43:20Z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2025-09-30T00:00:00Z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2026-01-26T00:00:00Z</vt:filetime>
  </property>
  <property fmtid="{D5CDD505-2E9C-101B-9397-08002B2CF9AE}" pid="5" name="Producer">
    <vt:lpwstr>macOS Version 26.0 (Build 25A354) Quartz PDFContext</vt:lpwstr>
  </property>
  <property fmtid="{D5CDD505-2E9C-101B-9397-08002B2CF9AE}" pid="6" name="SourceModified">
    <vt:lpwstr>D:20250930113326+00'00'</vt:lpwstr>
  </property>
</Properties>
</file>