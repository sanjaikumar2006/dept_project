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4" r:id="rId7"/>
    <p:sldId id="265" r:id="rId8"/>
  </p:sldIdLst>
  <p:sldSz cx="7556500" cy="9906000"/>
  <p:notesSz cx="7556500" cy="9906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D928701-E965-4DC6-B3E8-E75E65D7FEEA}" v="30" dt="2026-01-19T08:49:11.306"/>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54" d="100"/>
          <a:sy n="54" d="100"/>
        </p:scale>
        <p:origin x="1733" y="77"/>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 Id="rId1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pgalaxy514@gmail.com" userId="54935cb635ba8e05" providerId="LiveId" clId="{82F09ACC-76B4-4DBD-8102-E252A8E13366}"/>
    <pc:docChg chg="undo redo custSel delSld modSld">
      <pc:chgData name="vpgalaxy514@gmail.com" userId="54935cb635ba8e05" providerId="LiveId" clId="{82F09ACC-76B4-4DBD-8102-E252A8E13366}" dt="2026-01-19T08:54:50.326" v="1666" actId="478"/>
      <pc:docMkLst>
        <pc:docMk/>
      </pc:docMkLst>
      <pc:sldChg chg="addSp delSp modSp mod">
        <pc:chgData name="vpgalaxy514@gmail.com" userId="54935cb635ba8e05" providerId="LiveId" clId="{82F09ACC-76B4-4DBD-8102-E252A8E13366}" dt="2026-01-19T08:51:58.849" v="1640" actId="20577"/>
        <pc:sldMkLst>
          <pc:docMk/>
          <pc:sldMk cId="0" sldId="256"/>
        </pc:sldMkLst>
        <pc:spChg chg="mod">
          <ac:chgData name="vpgalaxy514@gmail.com" userId="54935cb635ba8e05" providerId="LiveId" clId="{82F09ACC-76B4-4DBD-8102-E252A8E13366}" dt="2026-01-19T07:52:33.269" v="209" actId="1076"/>
          <ac:spMkLst>
            <pc:docMk/>
            <pc:sldMk cId="0" sldId="256"/>
            <ac:spMk id="2" creationId="{00000000-0000-0000-0000-000000000000}"/>
          </ac:spMkLst>
        </pc:spChg>
        <pc:spChg chg="topLvl">
          <ac:chgData name="vpgalaxy514@gmail.com" userId="54935cb635ba8e05" providerId="LiveId" clId="{82F09ACC-76B4-4DBD-8102-E252A8E13366}" dt="2026-01-19T08:51:35.797" v="1636" actId="478"/>
          <ac:spMkLst>
            <pc:docMk/>
            <pc:sldMk cId="0" sldId="256"/>
            <ac:spMk id="4" creationId="{00000000-0000-0000-0000-000000000000}"/>
          </ac:spMkLst>
        </pc:spChg>
        <pc:spChg chg="mod">
          <ac:chgData name="vpgalaxy514@gmail.com" userId="54935cb635ba8e05" providerId="LiveId" clId="{82F09ACC-76B4-4DBD-8102-E252A8E13366}" dt="2026-01-19T07:55:26.196" v="303" actId="20577"/>
          <ac:spMkLst>
            <pc:docMk/>
            <pc:sldMk cId="0" sldId="256"/>
            <ac:spMk id="8" creationId="{00000000-0000-0000-0000-000000000000}"/>
          </ac:spMkLst>
        </pc:spChg>
        <pc:spChg chg="mod">
          <ac:chgData name="vpgalaxy514@gmail.com" userId="54935cb635ba8e05" providerId="LiveId" clId="{82F09ACC-76B4-4DBD-8102-E252A8E13366}" dt="2026-01-19T07:59:22.621" v="504" actId="20577"/>
          <ac:spMkLst>
            <pc:docMk/>
            <pc:sldMk cId="0" sldId="256"/>
            <ac:spMk id="9" creationId="{00000000-0000-0000-0000-000000000000}"/>
          </ac:spMkLst>
        </pc:spChg>
        <pc:spChg chg="mod">
          <ac:chgData name="vpgalaxy514@gmail.com" userId="54935cb635ba8e05" providerId="LiveId" clId="{82F09ACC-76B4-4DBD-8102-E252A8E13366}" dt="2026-01-19T08:02:40.601" v="526" actId="20577"/>
          <ac:spMkLst>
            <pc:docMk/>
            <pc:sldMk cId="0" sldId="256"/>
            <ac:spMk id="15" creationId="{00000000-0000-0000-0000-000000000000}"/>
          </ac:spMkLst>
        </pc:spChg>
        <pc:spChg chg="del mod">
          <ac:chgData name="vpgalaxy514@gmail.com" userId="54935cb635ba8e05" providerId="LiveId" clId="{82F09ACC-76B4-4DBD-8102-E252A8E13366}" dt="2026-01-19T07:46:17.179" v="111"/>
          <ac:spMkLst>
            <pc:docMk/>
            <pc:sldMk cId="0" sldId="256"/>
            <ac:spMk id="16" creationId="{00000000-0000-0000-0000-000000000000}"/>
          </ac:spMkLst>
        </pc:spChg>
        <pc:spChg chg="del">
          <ac:chgData name="vpgalaxy514@gmail.com" userId="54935cb635ba8e05" providerId="LiveId" clId="{82F09ACC-76B4-4DBD-8102-E252A8E13366}" dt="2026-01-19T07:46:17.173" v="109" actId="478"/>
          <ac:spMkLst>
            <pc:docMk/>
            <pc:sldMk cId="0" sldId="256"/>
            <ac:spMk id="17" creationId="{00000000-0000-0000-0000-000000000000}"/>
          </ac:spMkLst>
        </pc:spChg>
        <pc:spChg chg="add del mod">
          <ac:chgData name="vpgalaxy514@gmail.com" userId="54935cb635ba8e05" providerId="LiveId" clId="{82F09ACC-76B4-4DBD-8102-E252A8E13366}" dt="2026-01-19T08:51:58.849" v="1640" actId="20577"/>
          <ac:spMkLst>
            <pc:docMk/>
            <pc:sldMk cId="0" sldId="256"/>
            <ac:spMk id="18" creationId="{00000000-0000-0000-0000-000000000000}"/>
          </ac:spMkLst>
        </pc:spChg>
        <pc:spChg chg="add mod">
          <ac:chgData name="vpgalaxy514@gmail.com" userId="54935cb635ba8e05" providerId="LiveId" clId="{82F09ACC-76B4-4DBD-8102-E252A8E13366}" dt="2026-01-19T07:45:28.776" v="26" actId="14100"/>
          <ac:spMkLst>
            <pc:docMk/>
            <pc:sldMk cId="0" sldId="256"/>
            <ac:spMk id="19" creationId="{18F0681A-5F9B-6894-0D55-AAEAD698E031}"/>
          </ac:spMkLst>
        </pc:spChg>
        <pc:grpChg chg="del">
          <ac:chgData name="vpgalaxy514@gmail.com" userId="54935cb635ba8e05" providerId="LiveId" clId="{82F09ACC-76B4-4DBD-8102-E252A8E13366}" dt="2026-01-19T08:51:35.797" v="1636" actId="478"/>
          <ac:grpSpMkLst>
            <pc:docMk/>
            <pc:sldMk cId="0" sldId="256"/>
            <ac:grpSpMk id="3" creationId="{00000000-0000-0000-0000-000000000000}"/>
          </ac:grpSpMkLst>
        </pc:grpChg>
        <pc:grpChg chg="add del">
          <ac:chgData name="vpgalaxy514@gmail.com" userId="54935cb635ba8e05" providerId="LiveId" clId="{82F09ACC-76B4-4DBD-8102-E252A8E13366}" dt="2026-01-19T07:42:41.670" v="8" actId="478"/>
          <ac:grpSpMkLst>
            <pc:docMk/>
            <pc:sldMk cId="0" sldId="256"/>
            <ac:grpSpMk id="10" creationId="{00000000-0000-0000-0000-000000000000}"/>
          </ac:grpSpMkLst>
        </pc:grpChg>
        <pc:graphicFrameChg chg="add del mod modGraphic">
          <ac:chgData name="vpgalaxy514@gmail.com" userId="54935cb635ba8e05" providerId="LiveId" clId="{82F09ACC-76B4-4DBD-8102-E252A8E13366}" dt="2026-01-19T08:01:35.989" v="520"/>
          <ac:graphicFrameMkLst>
            <pc:docMk/>
            <pc:sldMk cId="0" sldId="256"/>
            <ac:graphicFrameMk id="14" creationId="{00000000-0000-0000-0000-000000000000}"/>
          </ac:graphicFrameMkLst>
        </pc:graphicFrameChg>
        <pc:picChg chg="del topLvl">
          <ac:chgData name="vpgalaxy514@gmail.com" userId="54935cb635ba8e05" providerId="LiveId" clId="{82F09ACC-76B4-4DBD-8102-E252A8E13366}" dt="2026-01-19T08:51:35.797" v="1636" actId="478"/>
          <ac:picMkLst>
            <pc:docMk/>
            <pc:sldMk cId="0" sldId="256"/>
            <ac:picMk id="5" creationId="{00000000-0000-0000-0000-000000000000}"/>
          </ac:picMkLst>
        </pc:picChg>
        <pc:picChg chg="del">
          <ac:chgData name="vpgalaxy514@gmail.com" userId="54935cb635ba8e05" providerId="LiveId" clId="{82F09ACC-76B4-4DBD-8102-E252A8E13366}" dt="2026-01-19T07:46:29.264" v="112" actId="478"/>
          <ac:picMkLst>
            <pc:docMk/>
            <pc:sldMk cId="0" sldId="256"/>
            <ac:picMk id="7" creationId="{00000000-0000-0000-0000-000000000000}"/>
          </ac:picMkLst>
        </pc:picChg>
        <pc:picChg chg="add mod">
          <ac:chgData name="vpgalaxy514@gmail.com" userId="54935cb635ba8e05" providerId="LiveId" clId="{82F09ACC-76B4-4DBD-8102-E252A8E13366}" dt="2026-01-19T07:47:26.528" v="121" actId="1076"/>
          <ac:picMkLst>
            <pc:docMk/>
            <pc:sldMk cId="0" sldId="256"/>
            <ac:picMk id="21" creationId="{2A30C582-18C6-7267-DF32-BDF44A2D74D5}"/>
          </ac:picMkLst>
        </pc:picChg>
      </pc:sldChg>
      <pc:sldChg chg="addSp delSp modSp mod">
        <pc:chgData name="vpgalaxy514@gmail.com" userId="54935cb635ba8e05" providerId="LiveId" clId="{82F09ACC-76B4-4DBD-8102-E252A8E13366}" dt="2026-01-19T08:54:50.326" v="1666" actId="478"/>
        <pc:sldMkLst>
          <pc:docMk/>
          <pc:sldMk cId="0" sldId="257"/>
        </pc:sldMkLst>
        <pc:spChg chg="del">
          <ac:chgData name="vpgalaxy514@gmail.com" userId="54935cb635ba8e05" providerId="LiveId" clId="{82F09ACC-76B4-4DBD-8102-E252A8E13366}" dt="2026-01-19T08:54:50.326" v="1666" actId="478"/>
          <ac:spMkLst>
            <pc:docMk/>
            <pc:sldMk cId="0" sldId="257"/>
            <ac:spMk id="2" creationId="{00000000-0000-0000-0000-000000000000}"/>
          </ac:spMkLst>
        </pc:spChg>
        <pc:spChg chg="topLvl">
          <ac:chgData name="vpgalaxy514@gmail.com" userId="54935cb635ba8e05" providerId="LiveId" clId="{82F09ACC-76B4-4DBD-8102-E252A8E13366}" dt="2026-01-19T08:53:44.445" v="1658" actId="478"/>
          <ac:spMkLst>
            <pc:docMk/>
            <pc:sldMk cId="0" sldId="257"/>
            <ac:spMk id="4" creationId="{00000000-0000-0000-0000-000000000000}"/>
          </ac:spMkLst>
        </pc:spChg>
        <pc:spChg chg="mod">
          <ac:chgData name="vpgalaxy514@gmail.com" userId="54935cb635ba8e05" providerId="LiveId" clId="{82F09ACC-76B4-4DBD-8102-E252A8E13366}" dt="2026-01-19T08:03:00.328" v="528"/>
          <ac:spMkLst>
            <pc:docMk/>
            <pc:sldMk cId="0" sldId="257"/>
            <ac:spMk id="7" creationId="{00000000-0000-0000-0000-000000000000}"/>
          </ac:spMkLst>
        </pc:spChg>
        <pc:spChg chg="mod">
          <ac:chgData name="vpgalaxy514@gmail.com" userId="54935cb635ba8e05" providerId="LiveId" clId="{82F09ACC-76B4-4DBD-8102-E252A8E13366}" dt="2026-01-19T08:17:02.245" v="849" actId="255"/>
          <ac:spMkLst>
            <pc:docMk/>
            <pc:sldMk cId="0" sldId="257"/>
            <ac:spMk id="8" creationId="{00000000-0000-0000-0000-000000000000}"/>
          </ac:spMkLst>
        </pc:spChg>
        <pc:spChg chg="del">
          <ac:chgData name="vpgalaxy514@gmail.com" userId="54935cb635ba8e05" providerId="LiveId" clId="{82F09ACC-76B4-4DBD-8102-E252A8E13366}" dt="2026-01-19T08:53:41.195" v="1657" actId="478"/>
          <ac:spMkLst>
            <pc:docMk/>
            <pc:sldMk cId="0" sldId="257"/>
            <ac:spMk id="10" creationId="{00000000-0000-0000-0000-000000000000}"/>
          </ac:spMkLst>
        </pc:spChg>
        <pc:spChg chg="del">
          <ac:chgData name="vpgalaxy514@gmail.com" userId="54935cb635ba8e05" providerId="LiveId" clId="{82F09ACC-76B4-4DBD-8102-E252A8E13366}" dt="2026-01-19T08:53:47.157" v="1659" actId="478"/>
          <ac:spMkLst>
            <pc:docMk/>
            <pc:sldMk cId="0" sldId="257"/>
            <ac:spMk id="11" creationId="{00000000-0000-0000-0000-000000000000}"/>
          </ac:spMkLst>
        </pc:spChg>
        <pc:grpChg chg="del">
          <ac:chgData name="vpgalaxy514@gmail.com" userId="54935cb635ba8e05" providerId="LiveId" clId="{82F09ACC-76B4-4DBD-8102-E252A8E13366}" dt="2026-01-19T08:53:44.445" v="1658" actId="478"/>
          <ac:grpSpMkLst>
            <pc:docMk/>
            <pc:sldMk cId="0" sldId="257"/>
            <ac:grpSpMk id="3" creationId="{00000000-0000-0000-0000-000000000000}"/>
          </ac:grpSpMkLst>
        </pc:grpChg>
        <pc:picChg chg="del topLvl">
          <ac:chgData name="vpgalaxy514@gmail.com" userId="54935cb635ba8e05" providerId="LiveId" clId="{82F09ACC-76B4-4DBD-8102-E252A8E13366}" dt="2026-01-19T08:53:44.445" v="1658" actId="478"/>
          <ac:picMkLst>
            <pc:docMk/>
            <pc:sldMk cId="0" sldId="257"/>
            <ac:picMk id="5" creationId="{00000000-0000-0000-0000-000000000000}"/>
          </ac:picMkLst>
        </pc:picChg>
        <pc:picChg chg="del mod">
          <ac:chgData name="vpgalaxy514@gmail.com" userId="54935cb635ba8e05" providerId="LiveId" clId="{82F09ACC-76B4-4DBD-8102-E252A8E13366}" dt="2026-01-19T08:10:54.433" v="571" actId="478"/>
          <ac:picMkLst>
            <pc:docMk/>
            <pc:sldMk cId="0" sldId="257"/>
            <ac:picMk id="9" creationId="{00000000-0000-0000-0000-000000000000}"/>
          </ac:picMkLst>
        </pc:picChg>
        <pc:picChg chg="add mod">
          <ac:chgData name="vpgalaxy514@gmail.com" userId="54935cb635ba8e05" providerId="LiveId" clId="{82F09ACC-76B4-4DBD-8102-E252A8E13366}" dt="2026-01-19T08:11:42.720" v="579" actId="14100"/>
          <ac:picMkLst>
            <pc:docMk/>
            <pc:sldMk cId="0" sldId="257"/>
            <ac:picMk id="14" creationId="{CBA7905B-62D8-0635-77DE-D4715FB09FBE}"/>
          </ac:picMkLst>
        </pc:picChg>
      </pc:sldChg>
      <pc:sldChg chg="addSp delSp modSp mod">
        <pc:chgData name="vpgalaxy514@gmail.com" userId="54935cb635ba8e05" providerId="LiveId" clId="{82F09ACC-76B4-4DBD-8102-E252A8E13366}" dt="2026-01-19T08:54:38.836" v="1665" actId="478"/>
        <pc:sldMkLst>
          <pc:docMk/>
          <pc:sldMk cId="0" sldId="258"/>
        </pc:sldMkLst>
        <pc:spChg chg="del">
          <ac:chgData name="vpgalaxy514@gmail.com" userId="54935cb635ba8e05" providerId="LiveId" clId="{82F09ACC-76B4-4DBD-8102-E252A8E13366}" dt="2026-01-19T08:54:38.836" v="1665" actId="478"/>
          <ac:spMkLst>
            <pc:docMk/>
            <pc:sldMk cId="0" sldId="258"/>
            <ac:spMk id="2" creationId="{00000000-0000-0000-0000-000000000000}"/>
          </ac:spMkLst>
        </pc:spChg>
        <pc:spChg chg="topLvl">
          <ac:chgData name="vpgalaxy514@gmail.com" userId="54935cb635ba8e05" providerId="LiveId" clId="{82F09ACC-76B4-4DBD-8102-E252A8E13366}" dt="2026-01-19T08:53:35.862" v="1656" actId="478"/>
          <ac:spMkLst>
            <pc:docMk/>
            <pc:sldMk cId="0" sldId="258"/>
            <ac:spMk id="4" creationId="{00000000-0000-0000-0000-000000000000}"/>
          </ac:spMkLst>
        </pc:spChg>
        <pc:spChg chg="mod">
          <ac:chgData name="vpgalaxy514@gmail.com" userId="54935cb635ba8e05" providerId="LiveId" clId="{82F09ACC-76B4-4DBD-8102-E252A8E13366}" dt="2026-01-19T08:36:01.738" v="1238" actId="20577"/>
          <ac:spMkLst>
            <pc:docMk/>
            <pc:sldMk cId="0" sldId="258"/>
            <ac:spMk id="7" creationId="{00000000-0000-0000-0000-000000000000}"/>
          </ac:spMkLst>
        </pc:spChg>
        <pc:spChg chg="del mod">
          <ac:chgData name="vpgalaxy514@gmail.com" userId="54935cb635ba8e05" providerId="LiveId" clId="{82F09ACC-76B4-4DBD-8102-E252A8E13366}" dt="2026-01-19T08:53:33.216" v="1655" actId="478"/>
          <ac:spMkLst>
            <pc:docMk/>
            <pc:sldMk cId="0" sldId="258"/>
            <ac:spMk id="8" creationId="{00000000-0000-0000-0000-000000000000}"/>
          </ac:spMkLst>
        </pc:spChg>
        <pc:spChg chg="del">
          <ac:chgData name="vpgalaxy514@gmail.com" userId="54935cb635ba8e05" providerId="LiveId" clId="{82F09ACC-76B4-4DBD-8102-E252A8E13366}" dt="2026-01-19T08:53:30.132" v="1653" actId="478"/>
          <ac:spMkLst>
            <pc:docMk/>
            <pc:sldMk cId="0" sldId="258"/>
            <ac:spMk id="9" creationId="{00000000-0000-0000-0000-000000000000}"/>
          </ac:spMkLst>
        </pc:spChg>
        <pc:grpChg chg="del">
          <ac:chgData name="vpgalaxy514@gmail.com" userId="54935cb635ba8e05" providerId="LiveId" clId="{82F09ACC-76B4-4DBD-8102-E252A8E13366}" dt="2026-01-19T08:53:35.862" v="1656" actId="478"/>
          <ac:grpSpMkLst>
            <pc:docMk/>
            <pc:sldMk cId="0" sldId="258"/>
            <ac:grpSpMk id="3" creationId="{00000000-0000-0000-0000-000000000000}"/>
          </ac:grpSpMkLst>
        </pc:grpChg>
        <pc:picChg chg="del topLvl">
          <ac:chgData name="vpgalaxy514@gmail.com" userId="54935cb635ba8e05" providerId="LiveId" clId="{82F09ACC-76B4-4DBD-8102-E252A8E13366}" dt="2026-01-19T08:53:35.862" v="1656" actId="478"/>
          <ac:picMkLst>
            <pc:docMk/>
            <pc:sldMk cId="0" sldId="258"/>
            <ac:picMk id="5" creationId="{00000000-0000-0000-0000-000000000000}"/>
          </ac:picMkLst>
        </pc:picChg>
        <pc:picChg chg="add mod">
          <ac:chgData name="vpgalaxy514@gmail.com" userId="54935cb635ba8e05" providerId="LiveId" clId="{82F09ACC-76B4-4DBD-8102-E252A8E13366}" dt="2026-01-19T08:35:30.930" v="1233" actId="1076"/>
          <ac:picMkLst>
            <pc:docMk/>
            <pc:sldMk cId="0" sldId="258"/>
            <ac:picMk id="11" creationId="{93D780D9-184D-52B8-F6AA-8AB435EF796F}"/>
          </ac:picMkLst>
        </pc:picChg>
      </pc:sldChg>
      <pc:sldChg chg="addSp delSp modSp mod">
        <pc:chgData name="vpgalaxy514@gmail.com" userId="54935cb635ba8e05" providerId="LiveId" clId="{82F09ACC-76B4-4DBD-8102-E252A8E13366}" dt="2026-01-19T08:54:33.603" v="1664" actId="478"/>
        <pc:sldMkLst>
          <pc:docMk/>
          <pc:sldMk cId="0" sldId="259"/>
        </pc:sldMkLst>
        <pc:spChg chg="del">
          <ac:chgData name="vpgalaxy514@gmail.com" userId="54935cb635ba8e05" providerId="LiveId" clId="{82F09ACC-76B4-4DBD-8102-E252A8E13366}" dt="2026-01-19T08:54:33.603" v="1664" actId="478"/>
          <ac:spMkLst>
            <pc:docMk/>
            <pc:sldMk cId="0" sldId="259"/>
            <ac:spMk id="2" creationId="{00000000-0000-0000-0000-000000000000}"/>
          </ac:spMkLst>
        </pc:spChg>
        <pc:spChg chg="topLvl">
          <ac:chgData name="vpgalaxy514@gmail.com" userId="54935cb635ba8e05" providerId="LiveId" clId="{82F09ACC-76B4-4DBD-8102-E252A8E13366}" dt="2026-01-19T08:53:19.462" v="1651" actId="478"/>
          <ac:spMkLst>
            <pc:docMk/>
            <pc:sldMk cId="0" sldId="259"/>
            <ac:spMk id="4" creationId="{00000000-0000-0000-0000-000000000000}"/>
          </ac:spMkLst>
        </pc:spChg>
        <pc:spChg chg="mod">
          <ac:chgData name="vpgalaxy514@gmail.com" userId="54935cb635ba8e05" providerId="LiveId" clId="{82F09ACC-76B4-4DBD-8102-E252A8E13366}" dt="2026-01-19T08:37:17.416" v="1245" actId="1076"/>
          <ac:spMkLst>
            <pc:docMk/>
            <pc:sldMk cId="0" sldId="259"/>
            <ac:spMk id="7" creationId="{00000000-0000-0000-0000-000000000000}"/>
          </ac:spMkLst>
        </pc:spChg>
        <pc:spChg chg="del">
          <ac:chgData name="vpgalaxy514@gmail.com" userId="54935cb635ba8e05" providerId="LiveId" clId="{82F09ACC-76B4-4DBD-8102-E252A8E13366}" dt="2026-01-19T08:53:22.715" v="1652" actId="478"/>
          <ac:spMkLst>
            <pc:docMk/>
            <pc:sldMk cId="0" sldId="259"/>
            <ac:spMk id="8" creationId="{00000000-0000-0000-0000-000000000000}"/>
          </ac:spMkLst>
        </pc:spChg>
        <pc:spChg chg="del">
          <ac:chgData name="vpgalaxy514@gmail.com" userId="54935cb635ba8e05" providerId="LiveId" clId="{82F09ACC-76B4-4DBD-8102-E252A8E13366}" dt="2026-01-19T08:53:15.864" v="1650" actId="478"/>
          <ac:spMkLst>
            <pc:docMk/>
            <pc:sldMk cId="0" sldId="259"/>
            <ac:spMk id="9" creationId="{00000000-0000-0000-0000-000000000000}"/>
          </ac:spMkLst>
        </pc:spChg>
        <pc:grpChg chg="del">
          <ac:chgData name="vpgalaxy514@gmail.com" userId="54935cb635ba8e05" providerId="LiveId" clId="{82F09ACC-76B4-4DBD-8102-E252A8E13366}" dt="2026-01-19T08:53:19.462" v="1651" actId="478"/>
          <ac:grpSpMkLst>
            <pc:docMk/>
            <pc:sldMk cId="0" sldId="259"/>
            <ac:grpSpMk id="3" creationId="{00000000-0000-0000-0000-000000000000}"/>
          </ac:grpSpMkLst>
        </pc:grpChg>
        <pc:grpChg chg="add mod">
          <ac:chgData name="vpgalaxy514@gmail.com" userId="54935cb635ba8e05" providerId="LiveId" clId="{82F09ACC-76B4-4DBD-8102-E252A8E13366}" dt="2026-01-19T08:37:23.340" v="1246" actId="1076"/>
          <ac:grpSpMkLst>
            <pc:docMk/>
            <pc:sldMk cId="0" sldId="259"/>
            <ac:grpSpMk id="11" creationId="{0C6FE9A5-E04D-D220-E9F8-1182318862EC}"/>
          </ac:grpSpMkLst>
        </pc:grpChg>
        <pc:picChg chg="del topLvl">
          <ac:chgData name="vpgalaxy514@gmail.com" userId="54935cb635ba8e05" providerId="LiveId" clId="{82F09ACC-76B4-4DBD-8102-E252A8E13366}" dt="2026-01-19T08:53:19.462" v="1651" actId="478"/>
          <ac:picMkLst>
            <pc:docMk/>
            <pc:sldMk cId="0" sldId="259"/>
            <ac:picMk id="5" creationId="{00000000-0000-0000-0000-000000000000}"/>
          </ac:picMkLst>
        </pc:picChg>
        <pc:picChg chg="mod">
          <ac:chgData name="vpgalaxy514@gmail.com" userId="54935cb635ba8e05" providerId="LiveId" clId="{82F09ACC-76B4-4DBD-8102-E252A8E13366}" dt="2026-01-19T08:34:03.838" v="1216"/>
          <ac:picMkLst>
            <pc:docMk/>
            <pc:sldMk cId="0" sldId="259"/>
            <ac:picMk id="12" creationId="{38C423E9-49C4-823B-8B45-FECE4622259B}"/>
          </ac:picMkLst>
        </pc:picChg>
        <pc:picChg chg="mod">
          <ac:chgData name="vpgalaxy514@gmail.com" userId="54935cb635ba8e05" providerId="LiveId" clId="{82F09ACC-76B4-4DBD-8102-E252A8E13366}" dt="2026-01-19T08:34:03.838" v="1216"/>
          <ac:picMkLst>
            <pc:docMk/>
            <pc:sldMk cId="0" sldId="259"/>
            <ac:picMk id="13" creationId="{2806CA41-0D55-A440-65F3-D2C82C742A03}"/>
          </ac:picMkLst>
        </pc:picChg>
      </pc:sldChg>
      <pc:sldChg chg="addSp delSp modSp mod">
        <pc:chgData name="vpgalaxy514@gmail.com" userId="54935cb635ba8e05" providerId="LiveId" clId="{82F09ACC-76B4-4DBD-8102-E252A8E13366}" dt="2026-01-19T08:54:27.733" v="1663" actId="478"/>
        <pc:sldMkLst>
          <pc:docMk/>
          <pc:sldMk cId="0" sldId="260"/>
        </pc:sldMkLst>
        <pc:spChg chg="del">
          <ac:chgData name="vpgalaxy514@gmail.com" userId="54935cb635ba8e05" providerId="LiveId" clId="{82F09ACC-76B4-4DBD-8102-E252A8E13366}" dt="2026-01-19T08:54:27.733" v="1663" actId="478"/>
          <ac:spMkLst>
            <pc:docMk/>
            <pc:sldMk cId="0" sldId="260"/>
            <ac:spMk id="2" creationId="{00000000-0000-0000-0000-000000000000}"/>
          </ac:spMkLst>
        </pc:spChg>
        <pc:spChg chg="topLvl">
          <ac:chgData name="vpgalaxy514@gmail.com" userId="54935cb635ba8e05" providerId="LiveId" clId="{82F09ACC-76B4-4DBD-8102-E252A8E13366}" dt="2026-01-19T08:53:05.858" v="1648" actId="478"/>
          <ac:spMkLst>
            <pc:docMk/>
            <pc:sldMk cId="0" sldId="260"/>
            <ac:spMk id="4" creationId="{00000000-0000-0000-0000-000000000000}"/>
          </ac:spMkLst>
        </pc:spChg>
        <pc:spChg chg="mod">
          <ac:chgData name="vpgalaxy514@gmail.com" userId="54935cb635ba8e05" providerId="LiveId" clId="{82F09ACC-76B4-4DBD-8102-E252A8E13366}" dt="2026-01-19T08:39:42.794" v="1291" actId="255"/>
          <ac:spMkLst>
            <pc:docMk/>
            <pc:sldMk cId="0" sldId="260"/>
            <ac:spMk id="7" creationId="{00000000-0000-0000-0000-000000000000}"/>
          </ac:spMkLst>
        </pc:spChg>
        <pc:spChg chg="del mod">
          <ac:chgData name="vpgalaxy514@gmail.com" userId="54935cb635ba8e05" providerId="LiveId" clId="{82F09ACC-76B4-4DBD-8102-E252A8E13366}" dt="2026-01-19T08:38:23.219" v="1250" actId="478"/>
          <ac:spMkLst>
            <pc:docMk/>
            <pc:sldMk cId="0" sldId="260"/>
            <ac:spMk id="8" creationId="{00000000-0000-0000-0000-000000000000}"/>
          </ac:spMkLst>
        </pc:spChg>
        <pc:spChg chg="del">
          <ac:chgData name="vpgalaxy514@gmail.com" userId="54935cb635ba8e05" providerId="LiveId" clId="{82F09ACC-76B4-4DBD-8102-E252A8E13366}" dt="2026-01-19T08:53:02.134" v="1647" actId="478"/>
          <ac:spMkLst>
            <pc:docMk/>
            <pc:sldMk cId="0" sldId="260"/>
            <ac:spMk id="10" creationId="{00000000-0000-0000-0000-000000000000}"/>
          </ac:spMkLst>
        </pc:spChg>
        <pc:spChg chg="del">
          <ac:chgData name="vpgalaxy514@gmail.com" userId="54935cb635ba8e05" providerId="LiveId" clId="{82F09ACC-76B4-4DBD-8102-E252A8E13366}" dt="2026-01-19T08:53:09.572" v="1649" actId="478"/>
          <ac:spMkLst>
            <pc:docMk/>
            <pc:sldMk cId="0" sldId="260"/>
            <ac:spMk id="11" creationId="{00000000-0000-0000-0000-000000000000}"/>
          </ac:spMkLst>
        </pc:spChg>
        <pc:grpChg chg="del">
          <ac:chgData name="vpgalaxy514@gmail.com" userId="54935cb635ba8e05" providerId="LiveId" clId="{82F09ACC-76B4-4DBD-8102-E252A8E13366}" dt="2026-01-19T08:53:05.858" v="1648" actId="478"/>
          <ac:grpSpMkLst>
            <pc:docMk/>
            <pc:sldMk cId="0" sldId="260"/>
            <ac:grpSpMk id="3" creationId="{00000000-0000-0000-0000-000000000000}"/>
          </ac:grpSpMkLst>
        </pc:grpChg>
        <pc:picChg chg="del topLvl">
          <ac:chgData name="vpgalaxy514@gmail.com" userId="54935cb635ba8e05" providerId="LiveId" clId="{82F09ACC-76B4-4DBD-8102-E252A8E13366}" dt="2026-01-19T08:53:05.858" v="1648" actId="478"/>
          <ac:picMkLst>
            <pc:docMk/>
            <pc:sldMk cId="0" sldId="260"/>
            <ac:picMk id="5" creationId="{00000000-0000-0000-0000-000000000000}"/>
          </ac:picMkLst>
        </pc:picChg>
        <pc:picChg chg="del">
          <ac:chgData name="vpgalaxy514@gmail.com" userId="54935cb635ba8e05" providerId="LiveId" clId="{82F09ACC-76B4-4DBD-8102-E252A8E13366}" dt="2026-01-19T08:38:20.955" v="1249" actId="478"/>
          <ac:picMkLst>
            <pc:docMk/>
            <pc:sldMk cId="0" sldId="260"/>
            <ac:picMk id="9" creationId="{00000000-0000-0000-0000-000000000000}"/>
          </ac:picMkLst>
        </pc:picChg>
        <pc:picChg chg="add mod">
          <ac:chgData name="vpgalaxy514@gmail.com" userId="54935cb635ba8e05" providerId="LiveId" clId="{82F09ACC-76B4-4DBD-8102-E252A8E13366}" dt="2026-01-19T08:41:51.869" v="1311" actId="1035"/>
          <ac:picMkLst>
            <pc:docMk/>
            <pc:sldMk cId="0" sldId="260"/>
            <ac:picMk id="14" creationId="{9747A5E6-6CAC-0C87-BB18-4809606D9A4D}"/>
          </ac:picMkLst>
        </pc:picChg>
        <pc:picChg chg="add mod">
          <ac:chgData name="vpgalaxy514@gmail.com" userId="54935cb635ba8e05" providerId="LiveId" clId="{82F09ACC-76B4-4DBD-8102-E252A8E13366}" dt="2026-01-19T08:41:56.725" v="1314" actId="1037"/>
          <ac:picMkLst>
            <pc:docMk/>
            <pc:sldMk cId="0" sldId="260"/>
            <ac:picMk id="15" creationId="{CBFF42D7-4133-82B8-8851-82B9A9763511}"/>
          </ac:picMkLst>
        </pc:picChg>
      </pc:sldChg>
      <pc:sldChg chg="del">
        <pc:chgData name="vpgalaxy514@gmail.com" userId="54935cb635ba8e05" providerId="LiveId" clId="{82F09ACC-76B4-4DBD-8102-E252A8E13366}" dt="2026-01-19T08:42:08.563" v="1315" actId="47"/>
        <pc:sldMkLst>
          <pc:docMk/>
          <pc:sldMk cId="0" sldId="261"/>
        </pc:sldMkLst>
      </pc:sldChg>
      <pc:sldChg chg="del">
        <pc:chgData name="vpgalaxy514@gmail.com" userId="54935cb635ba8e05" providerId="LiveId" clId="{82F09ACC-76B4-4DBD-8102-E252A8E13366}" dt="2026-01-19T08:42:12.464" v="1316" actId="47"/>
        <pc:sldMkLst>
          <pc:docMk/>
          <pc:sldMk cId="0" sldId="262"/>
        </pc:sldMkLst>
      </pc:sldChg>
      <pc:sldChg chg="del">
        <pc:chgData name="vpgalaxy514@gmail.com" userId="54935cb635ba8e05" providerId="LiveId" clId="{82F09ACC-76B4-4DBD-8102-E252A8E13366}" dt="2026-01-19T08:42:16.950" v="1317" actId="47"/>
        <pc:sldMkLst>
          <pc:docMk/>
          <pc:sldMk cId="0" sldId="263"/>
        </pc:sldMkLst>
      </pc:sldChg>
      <pc:sldChg chg="delSp modSp mod">
        <pc:chgData name="vpgalaxy514@gmail.com" userId="54935cb635ba8e05" providerId="LiveId" clId="{82F09ACC-76B4-4DBD-8102-E252A8E13366}" dt="2026-01-19T08:54:21.032" v="1662" actId="478"/>
        <pc:sldMkLst>
          <pc:docMk/>
          <pc:sldMk cId="0" sldId="264"/>
        </pc:sldMkLst>
        <pc:spChg chg="del">
          <ac:chgData name="vpgalaxy514@gmail.com" userId="54935cb635ba8e05" providerId="LiveId" clId="{82F09ACC-76B4-4DBD-8102-E252A8E13366}" dt="2026-01-19T08:54:21.032" v="1662" actId="478"/>
          <ac:spMkLst>
            <pc:docMk/>
            <pc:sldMk cId="0" sldId="264"/>
            <ac:spMk id="2" creationId="{00000000-0000-0000-0000-000000000000}"/>
          </ac:spMkLst>
        </pc:spChg>
        <pc:spChg chg="topLvl">
          <ac:chgData name="vpgalaxy514@gmail.com" userId="54935cb635ba8e05" providerId="LiveId" clId="{82F09ACC-76B4-4DBD-8102-E252A8E13366}" dt="2026-01-19T08:52:55.225" v="1646" actId="478"/>
          <ac:spMkLst>
            <pc:docMk/>
            <pc:sldMk cId="0" sldId="264"/>
            <ac:spMk id="4" creationId="{00000000-0000-0000-0000-000000000000}"/>
          </ac:spMkLst>
        </pc:spChg>
        <pc:spChg chg="del mod">
          <ac:chgData name="vpgalaxy514@gmail.com" userId="54935cb635ba8e05" providerId="LiveId" clId="{82F09ACC-76B4-4DBD-8102-E252A8E13366}" dt="2026-01-19T08:45:25.087" v="1386"/>
          <ac:spMkLst>
            <pc:docMk/>
            <pc:sldMk cId="0" sldId="264"/>
            <ac:spMk id="7" creationId="{00000000-0000-0000-0000-000000000000}"/>
          </ac:spMkLst>
        </pc:spChg>
        <pc:spChg chg="mod">
          <ac:chgData name="vpgalaxy514@gmail.com" userId="54935cb635ba8e05" providerId="LiveId" clId="{82F09ACC-76B4-4DBD-8102-E252A8E13366}" dt="2026-01-19T08:48:50.259" v="1422" actId="20577"/>
          <ac:spMkLst>
            <pc:docMk/>
            <pc:sldMk cId="0" sldId="264"/>
            <ac:spMk id="8" creationId="{00000000-0000-0000-0000-000000000000}"/>
          </ac:spMkLst>
        </pc:spChg>
        <pc:spChg chg="del">
          <ac:chgData name="vpgalaxy514@gmail.com" userId="54935cb635ba8e05" providerId="LiveId" clId="{82F09ACC-76B4-4DBD-8102-E252A8E13366}" dt="2026-01-19T08:52:51.916" v="1645" actId="478"/>
          <ac:spMkLst>
            <pc:docMk/>
            <pc:sldMk cId="0" sldId="264"/>
            <ac:spMk id="10" creationId="{00000000-0000-0000-0000-000000000000}"/>
          </ac:spMkLst>
        </pc:spChg>
        <pc:spChg chg="del">
          <ac:chgData name="vpgalaxy514@gmail.com" userId="54935cb635ba8e05" providerId="LiveId" clId="{82F09ACC-76B4-4DBD-8102-E252A8E13366}" dt="2026-01-19T08:52:48.434" v="1644" actId="478"/>
          <ac:spMkLst>
            <pc:docMk/>
            <pc:sldMk cId="0" sldId="264"/>
            <ac:spMk id="11" creationId="{00000000-0000-0000-0000-000000000000}"/>
          </ac:spMkLst>
        </pc:spChg>
        <pc:grpChg chg="del">
          <ac:chgData name="vpgalaxy514@gmail.com" userId="54935cb635ba8e05" providerId="LiveId" clId="{82F09ACC-76B4-4DBD-8102-E252A8E13366}" dt="2026-01-19T08:52:55.225" v="1646" actId="478"/>
          <ac:grpSpMkLst>
            <pc:docMk/>
            <pc:sldMk cId="0" sldId="264"/>
            <ac:grpSpMk id="3" creationId="{00000000-0000-0000-0000-000000000000}"/>
          </ac:grpSpMkLst>
        </pc:grpChg>
        <pc:picChg chg="del topLvl">
          <ac:chgData name="vpgalaxy514@gmail.com" userId="54935cb635ba8e05" providerId="LiveId" clId="{82F09ACC-76B4-4DBD-8102-E252A8E13366}" dt="2026-01-19T08:52:55.225" v="1646" actId="478"/>
          <ac:picMkLst>
            <pc:docMk/>
            <pc:sldMk cId="0" sldId="264"/>
            <ac:picMk id="5" creationId="{00000000-0000-0000-0000-000000000000}"/>
          </ac:picMkLst>
        </pc:picChg>
        <pc:picChg chg="del">
          <ac:chgData name="vpgalaxy514@gmail.com" userId="54935cb635ba8e05" providerId="LiveId" clId="{82F09ACC-76B4-4DBD-8102-E252A8E13366}" dt="2026-01-19T08:43:19.253" v="1319" actId="478"/>
          <ac:picMkLst>
            <pc:docMk/>
            <pc:sldMk cId="0" sldId="264"/>
            <ac:picMk id="9" creationId="{00000000-0000-0000-0000-000000000000}"/>
          </ac:picMkLst>
        </pc:picChg>
      </pc:sldChg>
      <pc:sldChg chg="delSp modSp mod">
        <pc:chgData name="vpgalaxy514@gmail.com" userId="54935cb635ba8e05" providerId="LiveId" clId="{82F09ACC-76B4-4DBD-8102-E252A8E13366}" dt="2026-01-19T08:54:15.762" v="1661" actId="478"/>
        <pc:sldMkLst>
          <pc:docMk/>
          <pc:sldMk cId="0" sldId="265"/>
        </pc:sldMkLst>
        <pc:spChg chg="del mod">
          <ac:chgData name="vpgalaxy514@gmail.com" userId="54935cb635ba8e05" providerId="LiveId" clId="{82F09ACC-76B4-4DBD-8102-E252A8E13366}" dt="2026-01-19T08:54:15.762" v="1661" actId="478"/>
          <ac:spMkLst>
            <pc:docMk/>
            <pc:sldMk cId="0" sldId="265"/>
            <ac:spMk id="2" creationId="{00000000-0000-0000-0000-000000000000}"/>
          </ac:spMkLst>
        </pc:spChg>
        <pc:spChg chg="topLvl">
          <ac:chgData name="vpgalaxy514@gmail.com" userId="54935cb635ba8e05" providerId="LiveId" clId="{82F09ACC-76B4-4DBD-8102-E252A8E13366}" dt="2026-01-19T08:52:36.892" v="1642" actId="478"/>
          <ac:spMkLst>
            <pc:docMk/>
            <pc:sldMk cId="0" sldId="265"/>
            <ac:spMk id="4" creationId="{00000000-0000-0000-0000-000000000000}"/>
          </ac:spMkLst>
        </pc:spChg>
        <pc:spChg chg="mod">
          <ac:chgData name="vpgalaxy514@gmail.com" userId="54935cb635ba8e05" providerId="LiveId" clId="{82F09ACC-76B4-4DBD-8102-E252A8E13366}" dt="2026-01-19T08:50:48.497" v="1635" actId="1076"/>
          <ac:spMkLst>
            <pc:docMk/>
            <pc:sldMk cId="0" sldId="265"/>
            <ac:spMk id="7" creationId="{00000000-0000-0000-0000-000000000000}"/>
          </ac:spMkLst>
        </pc:spChg>
        <pc:spChg chg="mod">
          <ac:chgData name="vpgalaxy514@gmail.com" userId="54935cb635ba8e05" providerId="LiveId" clId="{82F09ACC-76B4-4DBD-8102-E252A8E13366}" dt="2026-01-19T08:49:43.617" v="1467" actId="1037"/>
          <ac:spMkLst>
            <pc:docMk/>
            <pc:sldMk cId="0" sldId="265"/>
            <ac:spMk id="8" creationId="{00000000-0000-0000-0000-000000000000}"/>
          </ac:spMkLst>
        </pc:spChg>
        <pc:spChg chg="mod">
          <ac:chgData name="vpgalaxy514@gmail.com" userId="54935cb635ba8e05" providerId="LiveId" clId="{82F09ACC-76B4-4DBD-8102-E252A8E13366}" dt="2026-01-19T08:49:25.615" v="1428" actId="255"/>
          <ac:spMkLst>
            <pc:docMk/>
            <pc:sldMk cId="0" sldId="265"/>
            <ac:spMk id="9" creationId="{00000000-0000-0000-0000-000000000000}"/>
          </ac:spMkLst>
        </pc:spChg>
        <pc:spChg chg="mod">
          <ac:chgData name="vpgalaxy514@gmail.com" userId="54935cb635ba8e05" providerId="LiveId" clId="{82F09ACC-76B4-4DBD-8102-E252A8E13366}" dt="2026-01-19T08:49:51.068" v="1504" actId="1037"/>
          <ac:spMkLst>
            <pc:docMk/>
            <pc:sldMk cId="0" sldId="265"/>
            <ac:spMk id="10" creationId="{00000000-0000-0000-0000-000000000000}"/>
          </ac:spMkLst>
        </pc:spChg>
        <pc:spChg chg="mod">
          <ac:chgData name="vpgalaxy514@gmail.com" userId="54935cb635ba8e05" providerId="LiveId" clId="{82F09ACC-76B4-4DBD-8102-E252A8E13366}" dt="2026-01-19T08:50:39.532" v="1634" actId="1038"/>
          <ac:spMkLst>
            <pc:docMk/>
            <pc:sldMk cId="0" sldId="265"/>
            <ac:spMk id="11" creationId="{00000000-0000-0000-0000-000000000000}"/>
          </ac:spMkLst>
        </pc:spChg>
        <pc:spChg chg="mod">
          <ac:chgData name="vpgalaxy514@gmail.com" userId="54935cb635ba8e05" providerId="LiveId" clId="{82F09ACC-76B4-4DBD-8102-E252A8E13366}" dt="2026-01-19T08:50:04.643" v="1573" actId="1037"/>
          <ac:spMkLst>
            <pc:docMk/>
            <pc:sldMk cId="0" sldId="265"/>
            <ac:spMk id="12" creationId="{00000000-0000-0000-0000-000000000000}"/>
          </ac:spMkLst>
        </pc:spChg>
        <pc:spChg chg="mod">
          <ac:chgData name="vpgalaxy514@gmail.com" userId="54935cb635ba8e05" providerId="LiveId" clId="{82F09ACC-76B4-4DBD-8102-E252A8E13366}" dt="2026-01-19T08:50:23.268" v="1632" actId="1035"/>
          <ac:spMkLst>
            <pc:docMk/>
            <pc:sldMk cId="0" sldId="265"/>
            <ac:spMk id="13" creationId="{00000000-0000-0000-0000-000000000000}"/>
          </ac:spMkLst>
        </pc:spChg>
        <pc:spChg chg="del mod">
          <ac:chgData name="vpgalaxy514@gmail.com" userId="54935cb635ba8e05" providerId="LiveId" clId="{82F09ACC-76B4-4DBD-8102-E252A8E13366}" dt="2026-01-19T08:07:43.811" v="544" actId="478"/>
          <ac:spMkLst>
            <pc:docMk/>
            <pc:sldMk cId="0" sldId="265"/>
            <ac:spMk id="14" creationId="{00000000-0000-0000-0000-000000000000}"/>
          </ac:spMkLst>
        </pc:spChg>
        <pc:spChg chg="del mod">
          <ac:chgData name="vpgalaxy514@gmail.com" userId="54935cb635ba8e05" providerId="LiveId" clId="{82F09ACC-76B4-4DBD-8102-E252A8E13366}" dt="2026-01-19T08:07:40.666" v="543" actId="478"/>
          <ac:spMkLst>
            <pc:docMk/>
            <pc:sldMk cId="0" sldId="265"/>
            <ac:spMk id="15" creationId="{00000000-0000-0000-0000-000000000000}"/>
          </ac:spMkLst>
        </pc:spChg>
        <pc:spChg chg="del">
          <ac:chgData name="vpgalaxy514@gmail.com" userId="54935cb635ba8e05" providerId="LiveId" clId="{82F09ACC-76B4-4DBD-8102-E252A8E13366}" dt="2026-01-19T08:07:34.422" v="540" actId="478"/>
          <ac:spMkLst>
            <pc:docMk/>
            <pc:sldMk cId="0" sldId="265"/>
            <ac:spMk id="16" creationId="{00000000-0000-0000-0000-000000000000}"/>
          </ac:spMkLst>
        </pc:spChg>
        <pc:spChg chg="del">
          <ac:chgData name="vpgalaxy514@gmail.com" userId="54935cb635ba8e05" providerId="LiveId" clId="{82F09ACC-76B4-4DBD-8102-E252A8E13366}" dt="2026-01-19T08:07:08.325" v="536" actId="478"/>
          <ac:spMkLst>
            <pc:docMk/>
            <pc:sldMk cId="0" sldId="265"/>
            <ac:spMk id="17" creationId="{00000000-0000-0000-0000-000000000000}"/>
          </ac:spMkLst>
        </pc:spChg>
        <pc:spChg chg="del">
          <ac:chgData name="vpgalaxy514@gmail.com" userId="54935cb635ba8e05" providerId="LiveId" clId="{82F09ACC-76B4-4DBD-8102-E252A8E13366}" dt="2026-01-19T08:52:31.133" v="1641" actId="478"/>
          <ac:spMkLst>
            <pc:docMk/>
            <pc:sldMk cId="0" sldId="265"/>
            <ac:spMk id="18" creationId="{00000000-0000-0000-0000-000000000000}"/>
          </ac:spMkLst>
        </pc:spChg>
        <pc:spChg chg="del">
          <ac:chgData name="vpgalaxy514@gmail.com" userId="54935cb635ba8e05" providerId="LiveId" clId="{82F09ACC-76B4-4DBD-8102-E252A8E13366}" dt="2026-01-19T08:52:41.005" v="1643" actId="478"/>
          <ac:spMkLst>
            <pc:docMk/>
            <pc:sldMk cId="0" sldId="265"/>
            <ac:spMk id="19" creationId="{00000000-0000-0000-0000-000000000000}"/>
          </ac:spMkLst>
        </pc:spChg>
        <pc:grpChg chg="del">
          <ac:chgData name="vpgalaxy514@gmail.com" userId="54935cb635ba8e05" providerId="LiveId" clId="{82F09ACC-76B4-4DBD-8102-E252A8E13366}" dt="2026-01-19T08:52:36.892" v="1642" actId="478"/>
          <ac:grpSpMkLst>
            <pc:docMk/>
            <pc:sldMk cId="0" sldId="265"/>
            <ac:grpSpMk id="3" creationId="{00000000-0000-0000-0000-000000000000}"/>
          </ac:grpSpMkLst>
        </pc:grpChg>
        <pc:picChg chg="del topLvl">
          <ac:chgData name="vpgalaxy514@gmail.com" userId="54935cb635ba8e05" providerId="LiveId" clId="{82F09ACC-76B4-4DBD-8102-E252A8E13366}" dt="2026-01-19T08:52:36.892" v="1642" actId="478"/>
          <ac:picMkLst>
            <pc:docMk/>
            <pc:sldMk cId="0" sldId="265"/>
            <ac:picMk id="5" creationId="{00000000-0000-0000-0000-000000000000}"/>
          </ac:picMkLst>
        </pc:picChg>
      </pc:sldChg>
      <pc:sldChg chg="del">
        <pc:chgData name="vpgalaxy514@gmail.com" userId="54935cb635ba8e05" providerId="LiveId" clId="{82F09ACC-76B4-4DBD-8102-E252A8E13366}" dt="2026-01-19T08:49:02.110" v="1423" actId="47"/>
        <pc:sldMkLst>
          <pc:docMk/>
          <pc:sldMk cId="0" sldId="266"/>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567213" y="3070860"/>
            <a:ext cx="6428422" cy="2080259"/>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134427" y="5547360"/>
            <a:ext cx="5293995" cy="2476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900" b="0" i="0">
                <a:solidFill>
                  <a:srgbClr val="0870B7"/>
                </a:solidFill>
                <a:latin typeface="Calibri"/>
                <a:cs typeface="Calibri"/>
              </a:defRPr>
            </a:lvl1pPr>
          </a:lstStyle>
          <a:p>
            <a:pPr marL="12700">
              <a:lnSpc>
                <a:spcPts val="955"/>
              </a:lnSpc>
            </a:pPr>
            <a:r>
              <a:rPr dirty="0"/>
              <a:t>ISSN</a:t>
            </a:r>
            <a:r>
              <a:rPr spc="-15" dirty="0"/>
              <a:t> </a:t>
            </a:r>
            <a:r>
              <a:rPr dirty="0"/>
              <a:t>(Online) :</a:t>
            </a:r>
            <a:r>
              <a:rPr spc="-10" dirty="0"/>
              <a:t> 2582-</a:t>
            </a:r>
            <a:r>
              <a:rPr spc="-20" dirty="0"/>
              <a:t>7006</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1/19/2026</a:t>
            </a:fld>
            <a:endParaRPr lang="en-US"/>
          </a:p>
        </p:txBody>
      </p:sp>
      <p:sp>
        <p:nvSpPr>
          <p:cNvPr id="6" name="Holder 6"/>
          <p:cNvSpPr>
            <a:spLocks noGrp="1"/>
          </p:cNvSpPr>
          <p:nvPr>
            <p:ph type="sldNum" sz="quarter" idx="7"/>
          </p:nvPr>
        </p:nvSpPr>
        <p:spPr/>
        <p:txBody>
          <a:bodyPr lIns="0" tIns="0" rIns="0" bIns="0"/>
          <a:lstStyle>
            <a:lvl1pPr>
              <a:defRPr sz="900" b="0" i="0">
                <a:solidFill>
                  <a:srgbClr val="0870B7"/>
                </a:solidFill>
                <a:latin typeface="Calibri"/>
                <a:cs typeface="Calibri"/>
              </a:defRPr>
            </a:lvl1pPr>
          </a:lstStyle>
          <a:p>
            <a:pPr marL="12700">
              <a:lnSpc>
                <a:spcPts val="955"/>
              </a:lnSpc>
            </a:pPr>
            <a:fld id="{81D60167-4931-47E6-BA6A-407CBD079E47}" type="slidenum">
              <a:rPr spc="-25" dirty="0"/>
              <a:t>‹#›</a:t>
            </a:fld>
            <a:endParaRPr spc="-25"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defRPr sz="900" b="0" i="0">
                <a:solidFill>
                  <a:srgbClr val="0870B7"/>
                </a:solidFill>
                <a:latin typeface="Calibri"/>
                <a:cs typeface="Calibri"/>
              </a:defRPr>
            </a:lvl1pPr>
          </a:lstStyle>
          <a:p>
            <a:pPr marL="12700">
              <a:lnSpc>
                <a:spcPts val="955"/>
              </a:lnSpc>
            </a:pPr>
            <a:r>
              <a:rPr dirty="0"/>
              <a:t>ISSN</a:t>
            </a:r>
            <a:r>
              <a:rPr spc="-15" dirty="0"/>
              <a:t> </a:t>
            </a:r>
            <a:r>
              <a:rPr dirty="0"/>
              <a:t>(Online) :</a:t>
            </a:r>
            <a:r>
              <a:rPr spc="-10" dirty="0"/>
              <a:t> 2582-</a:t>
            </a:r>
            <a:r>
              <a:rPr spc="-20" dirty="0"/>
              <a:t>7006</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1/19/2026</a:t>
            </a:fld>
            <a:endParaRPr lang="en-US"/>
          </a:p>
        </p:txBody>
      </p:sp>
      <p:sp>
        <p:nvSpPr>
          <p:cNvPr id="6" name="Holder 6"/>
          <p:cNvSpPr>
            <a:spLocks noGrp="1"/>
          </p:cNvSpPr>
          <p:nvPr>
            <p:ph type="sldNum" sz="quarter" idx="7"/>
          </p:nvPr>
        </p:nvSpPr>
        <p:spPr/>
        <p:txBody>
          <a:bodyPr lIns="0" tIns="0" rIns="0" bIns="0"/>
          <a:lstStyle>
            <a:lvl1pPr>
              <a:defRPr sz="900" b="0" i="0">
                <a:solidFill>
                  <a:srgbClr val="0870B7"/>
                </a:solidFill>
                <a:latin typeface="Calibri"/>
                <a:cs typeface="Calibri"/>
              </a:defRPr>
            </a:lvl1pPr>
          </a:lstStyle>
          <a:p>
            <a:pPr marL="12700">
              <a:lnSpc>
                <a:spcPts val="955"/>
              </a:lnSpc>
            </a:pPr>
            <a:fld id="{81D60167-4931-47E6-BA6A-407CBD079E47}" type="slidenum">
              <a:rPr spc="-25" dirty="0"/>
              <a:t>‹#›</a:t>
            </a:fld>
            <a:endParaRPr spc="-25"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a:endParaRPr/>
          </a:p>
        </p:txBody>
      </p:sp>
      <p:sp>
        <p:nvSpPr>
          <p:cNvPr id="3" name="Holder 3"/>
          <p:cNvSpPr>
            <a:spLocks noGrp="1"/>
          </p:cNvSpPr>
          <p:nvPr>
            <p:ph sz="half" idx="2"/>
          </p:nvPr>
        </p:nvSpPr>
        <p:spPr>
          <a:xfrm>
            <a:off x="378142" y="2278380"/>
            <a:ext cx="3289839" cy="653796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3894867" y="2278380"/>
            <a:ext cx="3289839" cy="653796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900" b="0" i="0">
                <a:solidFill>
                  <a:srgbClr val="0870B7"/>
                </a:solidFill>
                <a:latin typeface="Calibri"/>
                <a:cs typeface="Calibri"/>
              </a:defRPr>
            </a:lvl1pPr>
          </a:lstStyle>
          <a:p>
            <a:pPr marL="12700">
              <a:lnSpc>
                <a:spcPts val="955"/>
              </a:lnSpc>
            </a:pPr>
            <a:r>
              <a:rPr dirty="0"/>
              <a:t>ISSN</a:t>
            </a:r>
            <a:r>
              <a:rPr spc="-15" dirty="0"/>
              <a:t> </a:t>
            </a:r>
            <a:r>
              <a:rPr dirty="0"/>
              <a:t>(Online) :</a:t>
            </a:r>
            <a:r>
              <a:rPr spc="-10" dirty="0"/>
              <a:t> 2582-</a:t>
            </a:r>
            <a:r>
              <a:rPr spc="-20" dirty="0"/>
              <a:t>7006</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1/19/2026</a:t>
            </a:fld>
            <a:endParaRPr lang="en-US"/>
          </a:p>
        </p:txBody>
      </p:sp>
      <p:sp>
        <p:nvSpPr>
          <p:cNvPr id="7" name="Holder 7"/>
          <p:cNvSpPr>
            <a:spLocks noGrp="1"/>
          </p:cNvSpPr>
          <p:nvPr>
            <p:ph type="sldNum" sz="quarter" idx="7"/>
          </p:nvPr>
        </p:nvSpPr>
        <p:spPr/>
        <p:txBody>
          <a:bodyPr lIns="0" tIns="0" rIns="0" bIns="0"/>
          <a:lstStyle>
            <a:lvl1pPr>
              <a:defRPr sz="900" b="0" i="0">
                <a:solidFill>
                  <a:srgbClr val="0870B7"/>
                </a:solidFill>
                <a:latin typeface="Calibri"/>
                <a:cs typeface="Calibri"/>
              </a:defRPr>
            </a:lvl1pPr>
          </a:lstStyle>
          <a:p>
            <a:pPr marL="12700">
              <a:lnSpc>
                <a:spcPts val="955"/>
              </a:lnSpc>
            </a:pPr>
            <a:fld id="{81D60167-4931-47E6-BA6A-407CBD079E47}" type="slidenum">
              <a:rPr spc="-25" dirty="0"/>
              <a:t>‹#›</a:t>
            </a:fld>
            <a:endParaRPr spc="-25"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a:endParaRPr/>
          </a:p>
        </p:txBody>
      </p:sp>
      <p:sp>
        <p:nvSpPr>
          <p:cNvPr id="3" name="Holder 3"/>
          <p:cNvSpPr>
            <a:spLocks noGrp="1"/>
          </p:cNvSpPr>
          <p:nvPr>
            <p:ph type="ftr" sz="quarter" idx="5"/>
          </p:nvPr>
        </p:nvSpPr>
        <p:spPr/>
        <p:txBody>
          <a:bodyPr lIns="0" tIns="0" rIns="0" bIns="0"/>
          <a:lstStyle>
            <a:lvl1pPr>
              <a:defRPr sz="900" b="0" i="0">
                <a:solidFill>
                  <a:srgbClr val="0870B7"/>
                </a:solidFill>
                <a:latin typeface="Calibri"/>
                <a:cs typeface="Calibri"/>
              </a:defRPr>
            </a:lvl1pPr>
          </a:lstStyle>
          <a:p>
            <a:pPr marL="12700">
              <a:lnSpc>
                <a:spcPts val="955"/>
              </a:lnSpc>
            </a:pPr>
            <a:r>
              <a:rPr dirty="0"/>
              <a:t>ISSN</a:t>
            </a:r>
            <a:r>
              <a:rPr spc="-15" dirty="0"/>
              <a:t> </a:t>
            </a:r>
            <a:r>
              <a:rPr dirty="0"/>
              <a:t>(Online) :</a:t>
            </a:r>
            <a:r>
              <a:rPr spc="-10" dirty="0"/>
              <a:t> 2582-</a:t>
            </a:r>
            <a:r>
              <a:rPr spc="-20" dirty="0"/>
              <a:t>7006</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1/19/2026</a:t>
            </a:fld>
            <a:endParaRPr lang="en-US"/>
          </a:p>
        </p:txBody>
      </p:sp>
      <p:sp>
        <p:nvSpPr>
          <p:cNvPr id="5" name="Holder 5"/>
          <p:cNvSpPr>
            <a:spLocks noGrp="1"/>
          </p:cNvSpPr>
          <p:nvPr>
            <p:ph type="sldNum" sz="quarter" idx="7"/>
          </p:nvPr>
        </p:nvSpPr>
        <p:spPr/>
        <p:txBody>
          <a:bodyPr lIns="0" tIns="0" rIns="0" bIns="0"/>
          <a:lstStyle>
            <a:lvl1pPr>
              <a:defRPr sz="900" b="0" i="0">
                <a:solidFill>
                  <a:srgbClr val="0870B7"/>
                </a:solidFill>
                <a:latin typeface="Calibri"/>
                <a:cs typeface="Calibri"/>
              </a:defRPr>
            </a:lvl1pPr>
          </a:lstStyle>
          <a:p>
            <a:pPr marL="12700">
              <a:lnSpc>
                <a:spcPts val="955"/>
              </a:lnSpc>
            </a:pPr>
            <a:fld id="{81D60167-4931-47E6-BA6A-407CBD079E47}" type="slidenum">
              <a:rPr spc="-25" dirty="0"/>
              <a:t>‹#›</a:t>
            </a:fld>
            <a:endParaRPr spc="-25"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900" b="0" i="0">
                <a:solidFill>
                  <a:srgbClr val="0870B7"/>
                </a:solidFill>
                <a:latin typeface="Calibri"/>
                <a:cs typeface="Calibri"/>
              </a:defRPr>
            </a:lvl1pPr>
          </a:lstStyle>
          <a:p>
            <a:pPr marL="12700">
              <a:lnSpc>
                <a:spcPts val="955"/>
              </a:lnSpc>
            </a:pPr>
            <a:r>
              <a:rPr dirty="0"/>
              <a:t>ISSN</a:t>
            </a:r>
            <a:r>
              <a:rPr spc="-15" dirty="0"/>
              <a:t> </a:t>
            </a:r>
            <a:r>
              <a:rPr dirty="0"/>
              <a:t>(Online) :</a:t>
            </a:r>
            <a:r>
              <a:rPr spc="-10" dirty="0"/>
              <a:t> 2582-</a:t>
            </a:r>
            <a:r>
              <a:rPr spc="-20" dirty="0"/>
              <a:t>7006</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1/19/2026</a:t>
            </a:fld>
            <a:endParaRPr lang="en-US"/>
          </a:p>
        </p:txBody>
      </p:sp>
      <p:sp>
        <p:nvSpPr>
          <p:cNvPr id="4" name="Holder 4"/>
          <p:cNvSpPr>
            <a:spLocks noGrp="1"/>
          </p:cNvSpPr>
          <p:nvPr>
            <p:ph type="sldNum" sz="quarter" idx="7"/>
          </p:nvPr>
        </p:nvSpPr>
        <p:spPr/>
        <p:txBody>
          <a:bodyPr lIns="0" tIns="0" rIns="0" bIns="0"/>
          <a:lstStyle>
            <a:lvl1pPr>
              <a:defRPr sz="900" b="0" i="0">
                <a:solidFill>
                  <a:srgbClr val="0870B7"/>
                </a:solidFill>
                <a:latin typeface="Calibri"/>
                <a:cs typeface="Calibri"/>
              </a:defRPr>
            </a:lvl1pPr>
          </a:lstStyle>
          <a:p>
            <a:pPr marL="12700">
              <a:lnSpc>
                <a:spcPts val="955"/>
              </a:lnSpc>
            </a:pPr>
            <a:fld id="{81D60167-4931-47E6-BA6A-407CBD079E47}" type="slidenum">
              <a:rPr spc="-25" dirty="0"/>
              <a:t>‹#›</a:t>
            </a:fld>
            <a:endParaRPr spc="-25"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78142" y="396240"/>
            <a:ext cx="6806565" cy="158496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body" idx="1"/>
          </p:nvPr>
        </p:nvSpPr>
        <p:spPr>
          <a:xfrm>
            <a:off x="378142" y="2278380"/>
            <a:ext cx="6806565" cy="653796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532891" y="9120251"/>
            <a:ext cx="1213485" cy="139700"/>
          </a:xfrm>
          <a:prstGeom prst="rect">
            <a:avLst/>
          </a:prstGeom>
        </p:spPr>
        <p:txBody>
          <a:bodyPr wrap="square" lIns="0" tIns="0" rIns="0" bIns="0">
            <a:spAutoFit/>
          </a:bodyPr>
          <a:lstStyle>
            <a:lvl1pPr>
              <a:defRPr sz="900" b="0" i="0">
                <a:solidFill>
                  <a:srgbClr val="0870B7"/>
                </a:solidFill>
                <a:latin typeface="Calibri"/>
                <a:cs typeface="Calibri"/>
              </a:defRPr>
            </a:lvl1pPr>
          </a:lstStyle>
          <a:p>
            <a:pPr marL="12700">
              <a:lnSpc>
                <a:spcPts val="955"/>
              </a:lnSpc>
            </a:pPr>
            <a:r>
              <a:rPr dirty="0"/>
              <a:t>ISSN</a:t>
            </a:r>
            <a:r>
              <a:rPr spc="-15" dirty="0"/>
              <a:t> </a:t>
            </a:r>
            <a:r>
              <a:rPr dirty="0"/>
              <a:t>(Online) :</a:t>
            </a:r>
            <a:r>
              <a:rPr spc="-10" dirty="0"/>
              <a:t> 2582-</a:t>
            </a:r>
            <a:r>
              <a:rPr spc="-20" dirty="0"/>
              <a:t>7006</a:t>
            </a:r>
          </a:p>
        </p:txBody>
      </p:sp>
      <p:sp>
        <p:nvSpPr>
          <p:cNvPr id="5" name="Holder 5"/>
          <p:cNvSpPr>
            <a:spLocks noGrp="1"/>
          </p:cNvSpPr>
          <p:nvPr>
            <p:ph type="dt" sz="half" idx="6"/>
          </p:nvPr>
        </p:nvSpPr>
        <p:spPr>
          <a:xfrm>
            <a:off x="378142" y="9212580"/>
            <a:ext cx="1739455" cy="4953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1/19/2026</a:t>
            </a:fld>
            <a:endParaRPr lang="en-US"/>
          </a:p>
        </p:txBody>
      </p:sp>
      <p:sp>
        <p:nvSpPr>
          <p:cNvPr id="6" name="Holder 6"/>
          <p:cNvSpPr>
            <a:spLocks noGrp="1"/>
          </p:cNvSpPr>
          <p:nvPr>
            <p:ph type="sldNum" sz="quarter" idx="7"/>
          </p:nvPr>
        </p:nvSpPr>
        <p:spPr>
          <a:xfrm>
            <a:off x="3544951" y="9190355"/>
            <a:ext cx="141604" cy="139700"/>
          </a:xfrm>
          <a:prstGeom prst="rect">
            <a:avLst/>
          </a:prstGeom>
        </p:spPr>
        <p:txBody>
          <a:bodyPr wrap="square" lIns="0" tIns="0" rIns="0" bIns="0">
            <a:spAutoFit/>
          </a:bodyPr>
          <a:lstStyle>
            <a:lvl1pPr>
              <a:defRPr sz="900" b="0" i="0">
                <a:solidFill>
                  <a:srgbClr val="0870B7"/>
                </a:solidFill>
                <a:latin typeface="Calibri"/>
                <a:cs typeface="Calibri"/>
              </a:defRPr>
            </a:lvl1pPr>
          </a:lstStyle>
          <a:p>
            <a:pPr marL="12700">
              <a:lnSpc>
                <a:spcPts val="955"/>
              </a:lnSpc>
            </a:pPr>
            <a:fld id="{81D60167-4931-47E6-BA6A-407CBD079E47}" type="slidenum">
              <a:rPr spc="-25" dirty="0"/>
              <a:t>‹#›</a:t>
            </a:fld>
            <a:endParaRPr spc="-25"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568450" y="266642"/>
            <a:ext cx="5545773" cy="518091"/>
          </a:xfrm>
          <a:prstGeom prst="rect">
            <a:avLst/>
          </a:prstGeom>
        </p:spPr>
        <p:txBody>
          <a:bodyPr vert="horz" wrap="square" lIns="0" tIns="12700" rIns="0" bIns="0" rtlCol="0">
            <a:spAutoFit/>
          </a:bodyPr>
          <a:lstStyle/>
          <a:p>
            <a:pPr marL="12700">
              <a:spcBef>
                <a:spcPts val="100"/>
              </a:spcBef>
            </a:pPr>
            <a:r>
              <a:rPr lang="en-IN" sz="1600" dirty="0">
                <a:solidFill>
                  <a:srgbClr val="0070C0"/>
                </a:solidFill>
              </a:rPr>
              <a:t>Vel Tech High Tech </a:t>
            </a:r>
            <a:r>
              <a:rPr lang="en-IN" sz="1600" dirty="0" err="1">
                <a:solidFill>
                  <a:srgbClr val="0070C0"/>
                </a:solidFill>
              </a:rPr>
              <a:t>Dr.Rangarajan</a:t>
            </a:r>
            <a:r>
              <a:rPr lang="en-IN" sz="1600" dirty="0">
                <a:solidFill>
                  <a:srgbClr val="0070C0"/>
                </a:solidFill>
              </a:rPr>
              <a:t> </a:t>
            </a:r>
            <a:r>
              <a:rPr lang="en-IN" sz="1600" dirty="0" err="1">
                <a:solidFill>
                  <a:srgbClr val="0070C0"/>
                </a:solidFill>
              </a:rPr>
              <a:t>Dr.Sakunthala</a:t>
            </a:r>
            <a:endParaRPr lang="en-IN" sz="1600" dirty="0">
              <a:solidFill>
                <a:srgbClr val="0070C0"/>
              </a:solidFill>
            </a:endParaRPr>
          </a:p>
          <a:p>
            <a:pPr marL="12700">
              <a:spcBef>
                <a:spcPts val="100"/>
              </a:spcBef>
            </a:pPr>
            <a:r>
              <a:rPr lang="en-IN" sz="1600" dirty="0">
                <a:solidFill>
                  <a:srgbClr val="0070C0"/>
                </a:solidFill>
              </a:rPr>
              <a:t> Engineering College</a:t>
            </a:r>
            <a:endParaRPr lang="en-US" sz="1500" dirty="0">
              <a:solidFill>
                <a:srgbClr val="0070C0"/>
              </a:solidFill>
              <a:latin typeface="Calibri"/>
              <a:cs typeface="Calibri"/>
            </a:endParaRPr>
          </a:p>
        </p:txBody>
      </p:sp>
      <p:sp>
        <p:nvSpPr>
          <p:cNvPr id="4" name="object 4"/>
          <p:cNvSpPr/>
          <p:nvPr/>
        </p:nvSpPr>
        <p:spPr>
          <a:xfrm>
            <a:off x="545592" y="9034272"/>
            <a:ext cx="6471285" cy="6350"/>
          </a:xfrm>
          <a:custGeom>
            <a:avLst/>
            <a:gdLst/>
            <a:ahLst/>
            <a:cxnLst/>
            <a:rect l="l" t="t" r="r" b="b"/>
            <a:pathLst>
              <a:path w="6471284" h="6350">
                <a:moveTo>
                  <a:pt x="2896222" y="0"/>
                </a:moveTo>
                <a:lnTo>
                  <a:pt x="2890139" y="0"/>
                </a:lnTo>
                <a:lnTo>
                  <a:pt x="0" y="0"/>
                </a:lnTo>
                <a:lnTo>
                  <a:pt x="0" y="6096"/>
                </a:lnTo>
                <a:lnTo>
                  <a:pt x="2890139" y="6096"/>
                </a:lnTo>
                <a:lnTo>
                  <a:pt x="2896222" y="6096"/>
                </a:lnTo>
                <a:lnTo>
                  <a:pt x="2896222" y="0"/>
                </a:lnTo>
                <a:close/>
              </a:path>
              <a:path w="6471284" h="6350">
                <a:moveTo>
                  <a:pt x="5937123" y="0"/>
                </a:moveTo>
                <a:lnTo>
                  <a:pt x="3257677" y="0"/>
                </a:lnTo>
                <a:lnTo>
                  <a:pt x="3251631" y="0"/>
                </a:lnTo>
                <a:lnTo>
                  <a:pt x="2896235" y="0"/>
                </a:lnTo>
                <a:lnTo>
                  <a:pt x="2896235" y="6096"/>
                </a:lnTo>
                <a:lnTo>
                  <a:pt x="3251581" y="6096"/>
                </a:lnTo>
                <a:lnTo>
                  <a:pt x="3257677" y="6096"/>
                </a:lnTo>
                <a:lnTo>
                  <a:pt x="5937123" y="6096"/>
                </a:lnTo>
                <a:lnTo>
                  <a:pt x="5937123" y="0"/>
                </a:lnTo>
                <a:close/>
              </a:path>
              <a:path w="6471284" h="6350">
                <a:moveTo>
                  <a:pt x="6470955" y="0"/>
                </a:moveTo>
                <a:lnTo>
                  <a:pt x="5943346" y="0"/>
                </a:lnTo>
                <a:lnTo>
                  <a:pt x="5937250" y="0"/>
                </a:lnTo>
                <a:lnTo>
                  <a:pt x="5937250" y="6096"/>
                </a:lnTo>
                <a:lnTo>
                  <a:pt x="5943346" y="6096"/>
                </a:lnTo>
                <a:lnTo>
                  <a:pt x="6470955" y="6096"/>
                </a:lnTo>
                <a:lnTo>
                  <a:pt x="6470955" y="0"/>
                </a:lnTo>
                <a:close/>
              </a:path>
            </a:pathLst>
          </a:custGeom>
          <a:solidFill>
            <a:srgbClr val="0870B7"/>
          </a:solidFill>
        </p:spPr>
        <p:txBody>
          <a:bodyPr wrap="square" lIns="0" tIns="0" rIns="0" bIns="0" rtlCol="0"/>
          <a:lstStyle/>
          <a:p>
            <a:endParaRPr/>
          </a:p>
        </p:txBody>
      </p:sp>
      <p:sp>
        <p:nvSpPr>
          <p:cNvPr id="6" name="object 6"/>
          <p:cNvSpPr/>
          <p:nvPr/>
        </p:nvSpPr>
        <p:spPr>
          <a:xfrm>
            <a:off x="524509" y="1005840"/>
            <a:ext cx="6488430" cy="0"/>
          </a:xfrm>
          <a:custGeom>
            <a:avLst/>
            <a:gdLst/>
            <a:ahLst/>
            <a:cxnLst/>
            <a:rect l="l" t="t" r="r" b="b"/>
            <a:pathLst>
              <a:path w="6488430">
                <a:moveTo>
                  <a:pt x="0" y="0"/>
                </a:moveTo>
                <a:lnTo>
                  <a:pt x="6488430" y="0"/>
                </a:lnTo>
              </a:path>
            </a:pathLst>
          </a:custGeom>
          <a:ln w="19050">
            <a:solidFill>
              <a:srgbClr val="0870B7"/>
            </a:solidFill>
          </a:ln>
        </p:spPr>
        <p:txBody>
          <a:bodyPr wrap="square" lIns="0" tIns="0" rIns="0" bIns="0" rtlCol="0"/>
          <a:lstStyle/>
          <a:p>
            <a:endParaRPr/>
          </a:p>
        </p:txBody>
      </p:sp>
      <p:sp>
        <p:nvSpPr>
          <p:cNvPr id="8" name="object 8"/>
          <p:cNvSpPr txBox="1"/>
          <p:nvPr/>
        </p:nvSpPr>
        <p:spPr>
          <a:xfrm>
            <a:off x="528319" y="1496314"/>
            <a:ext cx="6402705" cy="868379"/>
          </a:xfrm>
          <a:prstGeom prst="rect">
            <a:avLst/>
          </a:prstGeom>
        </p:spPr>
        <p:txBody>
          <a:bodyPr vert="horz" wrap="square" lIns="0" tIns="4445" rIns="0" bIns="0" rtlCol="0">
            <a:spAutoFit/>
          </a:bodyPr>
          <a:lstStyle/>
          <a:p>
            <a:pPr marL="12700" marR="5080">
              <a:lnSpc>
                <a:spcPct val="101800"/>
              </a:lnSpc>
              <a:spcBef>
                <a:spcPts val="35"/>
              </a:spcBef>
            </a:pPr>
            <a:r>
              <a:rPr sz="2800" b="1" dirty="0">
                <a:solidFill>
                  <a:srgbClr val="0870B7"/>
                </a:solidFill>
                <a:latin typeface="Calibri"/>
                <a:cs typeface="Calibri"/>
              </a:rPr>
              <a:t>Handwritten</a:t>
            </a:r>
            <a:r>
              <a:rPr sz="2800" b="1" spc="-105" dirty="0">
                <a:solidFill>
                  <a:srgbClr val="0870B7"/>
                </a:solidFill>
                <a:latin typeface="Calibri"/>
                <a:cs typeface="Calibri"/>
              </a:rPr>
              <a:t> </a:t>
            </a:r>
            <a:r>
              <a:rPr sz="2800" b="1" dirty="0">
                <a:solidFill>
                  <a:srgbClr val="0870B7"/>
                </a:solidFill>
                <a:latin typeface="Calibri"/>
                <a:cs typeface="Calibri"/>
              </a:rPr>
              <a:t>Digit</a:t>
            </a:r>
            <a:r>
              <a:rPr sz="2800" b="1" spc="-95" dirty="0">
                <a:solidFill>
                  <a:srgbClr val="0870B7"/>
                </a:solidFill>
                <a:latin typeface="Calibri"/>
                <a:cs typeface="Calibri"/>
              </a:rPr>
              <a:t> </a:t>
            </a:r>
            <a:r>
              <a:rPr sz="2800" b="1" dirty="0">
                <a:solidFill>
                  <a:srgbClr val="0870B7"/>
                </a:solidFill>
                <a:latin typeface="Calibri"/>
                <a:cs typeface="Calibri"/>
              </a:rPr>
              <a:t>Recognition</a:t>
            </a:r>
            <a:r>
              <a:rPr sz="2800" b="1" spc="-100" dirty="0">
                <a:solidFill>
                  <a:srgbClr val="0870B7"/>
                </a:solidFill>
                <a:latin typeface="Calibri"/>
                <a:cs typeface="Calibri"/>
              </a:rPr>
              <a:t> </a:t>
            </a:r>
            <a:r>
              <a:rPr sz="2800" b="1" spc="-10" dirty="0">
                <a:solidFill>
                  <a:srgbClr val="0870B7"/>
                </a:solidFill>
                <a:latin typeface="Calibri"/>
                <a:cs typeface="Calibri"/>
              </a:rPr>
              <a:t>Using</a:t>
            </a:r>
            <a:r>
              <a:rPr lang="en-US" sz="2800" b="1" spc="-10" dirty="0">
                <a:solidFill>
                  <a:srgbClr val="0870B7"/>
                </a:solidFill>
                <a:latin typeface="Calibri"/>
                <a:cs typeface="Calibri"/>
              </a:rPr>
              <a:t> Convolutional Neural Networks</a:t>
            </a:r>
            <a:endParaRPr sz="2800" dirty="0">
              <a:latin typeface="Calibri"/>
              <a:cs typeface="Calibri"/>
            </a:endParaRPr>
          </a:p>
        </p:txBody>
      </p:sp>
      <p:sp>
        <p:nvSpPr>
          <p:cNvPr id="9" name="object 9"/>
          <p:cNvSpPr txBox="1"/>
          <p:nvPr/>
        </p:nvSpPr>
        <p:spPr>
          <a:xfrm>
            <a:off x="515619" y="2634074"/>
            <a:ext cx="4875531" cy="877163"/>
          </a:xfrm>
          <a:prstGeom prst="rect">
            <a:avLst/>
          </a:prstGeom>
        </p:spPr>
        <p:txBody>
          <a:bodyPr vert="horz" wrap="square" lIns="0" tIns="12700" rIns="0" bIns="0" rtlCol="0">
            <a:spAutoFit/>
          </a:bodyPr>
          <a:lstStyle/>
          <a:p>
            <a:pPr marL="38100">
              <a:spcBef>
                <a:spcPts val="100"/>
              </a:spcBef>
            </a:pPr>
            <a:r>
              <a:rPr lang="en-US" sz="1800" b="1" dirty="0">
                <a:solidFill>
                  <a:srgbClr val="0870B7"/>
                </a:solidFill>
                <a:latin typeface="Calibri"/>
                <a:cs typeface="Calibri"/>
              </a:rPr>
              <a:t>Venkatesh P, Vignesh </a:t>
            </a:r>
            <a:r>
              <a:rPr lang="en-US" b="1" dirty="0">
                <a:solidFill>
                  <a:srgbClr val="0870B7"/>
                </a:solidFill>
                <a:latin typeface="Calibri"/>
                <a:cs typeface="Calibri"/>
              </a:rPr>
              <a:t>K</a:t>
            </a:r>
            <a:r>
              <a:rPr lang="en-US" sz="1800" b="1" dirty="0">
                <a:solidFill>
                  <a:srgbClr val="0870B7"/>
                </a:solidFill>
                <a:latin typeface="Calibri"/>
                <a:cs typeface="Calibri"/>
              </a:rPr>
              <a:t>umar C , Vinoth </a:t>
            </a:r>
            <a:r>
              <a:rPr lang="en-US" b="1" dirty="0">
                <a:solidFill>
                  <a:srgbClr val="0870B7"/>
                </a:solidFill>
                <a:latin typeface="Calibri"/>
                <a:cs typeface="Calibri"/>
              </a:rPr>
              <a:t>K</a:t>
            </a:r>
            <a:r>
              <a:rPr lang="en-US" sz="1800" b="1" dirty="0">
                <a:solidFill>
                  <a:srgbClr val="0870B7"/>
                </a:solidFill>
                <a:latin typeface="Calibri"/>
                <a:cs typeface="Calibri"/>
              </a:rPr>
              <a:t>umar M</a:t>
            </a:r>
            <a:endParaRPr sz="1725" baseline="28985" dirty="0">
              <a:latin typeface="Calibri"/>
              <a:cs typeface="Calibri"/>
            </a:endParaRPr>
          </a:p>
          <a:p>
            <a:pPr marL="38100" marR="30480">
              <a:spcBef>
                <a:spcPts val="1255"/>
              </a:spcBef>
            </a:pPr>
            <a:r>
              <a:rPr sz="975" baseline="29914" dirty="0">
                <a:latin typeface="Calibri"/>
                <a:cs typeface="Calibri"/>
              </a:rPr>
              <a:t>1</a:t>
            </a:r>
            <a:r>
              <a:rPr sz="1000" dirty="0">
                <a:latin typeface="Calibri"/>
                <a:cs typeface="Calibri"/>
              </a:rPr>
              <a:t>Department</a:t>
            </a:r>
            <a:r>
              <a:rPr sz="1000" spc="-20" dirty="0">
                <a:latin typeface="Calibri"/>
                <a:cs typeface="Calibri"/>
              </a:rPr>
              <a:t> </a:t>
            </a:r>
            <a:r>
              <a:rPr sz="1000" dirty="0">
                <a:latin typeface="Calibri"/>
                <a:cs typeface="Calibri"/>
              </a:rPr>
              <a:t>of</a:t>
            </a:r>
            <a:r>
              <a:rPr sz="1000" spc="-35" dirty="0">
                <a:latin typeface="Calibri"/>
                <a:cs typeface="Calibri"/>
              </a:rPr>
              <a:t> </a:t>
            </a:r>
            <a:r>
              <a:rPr lang="en-US" sz="1000" dirty="0">
                <a:latin typeface="Calibri"/>
                <a:cs typeface="Calibri"/>
              </a:rPr>
              <a:t>Artificial Intelligence &amp; Data Science</a:t>
            </a:r>
          </a:p>
          <a:p>
            <a:pPr marL="38100" marR="30480">
              <a:spcBef>
                <a:spcPts val="1255"/>
              </a:spcBef>
            </a:pPr>
            <a:endParaRPr sz="975" baseline="29914" dirty="0">
              <a:latin typeface="Calibri"/>
              <a:cs typeface="Calibri"/>
            </a:endParaRPr>
          </a:p>
        </p:txBody>
      </p:sp>
      <p:graphicFrame>
        <p:nvGraphicFramePr>
          <p:cNvPr id="14" name="object 14"/>
          <p:cNvGraphicFramePr>
            <a:graphicFrameLocks noGrp="1"/>
          </p:cNvGraphicFramePr>
          <p:nvPr>
            <p:extLst>
              <p:ext uri="{D42A27DB-BD31-4B8C-83A1-F6EECF244321}">
                <p14:modId xmlns:p14="http://schemas.microsoft.com/office/powerpoint/2010/main" val="1246653251"/>
              </p:ext>
            </p:extLst>
          </p:nvPr>
        </p:nvGraphicFramePr>
        <p:xfrm>
          <a:off x="-1708467" y="3751453"/>
          <a:ext cx="8446134" cy="3627360"/>
        </p:xfrm>
        <a:graphic>
          <a:graphicData uri="http://schemas.openxmlformats.org/drawingml/2006/table">
            <a:tbl>
              <a:tblPr firstRow="1" bandRow="1">
                <a:tableStyleId>{2D5ABB26-0587-4C30-8999-92F81FD0307C}</a:tableStyleId>
              </a:tblPr>
              <a:tblGrid>
                <a:gridCol w="2331940">
                  <a:extLst>
                    <a:ext uri="{9D8B030D-6E8A-4147-A177-3AD203B41FA5}">
                      <a16:colId xmlns:a16="http://schemas.microsoft.com/office/drawing/2014/main" val="20000"/>
                    </a:ext>
                  </a:extLst>
                </a:gridCol>
                <a:gridCol w="166567">
                  <a:extLst>
                    <a:ext uri="{9D8B030D-6E8A-4147-A177-3AD203B41FA5}">
                      <a16:colId xmlns:a16="http://schemas.microsoft.com/office/drawing/2014/main" val="20001"/>
                    </a:ext>
                  </a:extLst>
                </a:gridCol>
                <a:gridCol w="5947627">
                  <a:extLst>
                    <a:ext uri="{9D8B030D-6E8A-4147-A177-3AD203B41FA5}">
                      <a16:colId xmlns:a16="http://schemas.microsoft.com/office/drawing/2014/main" val="20002"/>
                    </a:ext>
                  </a:extLst>
                </a:gridCol>
              </a:tblGrid>
              <a:tr h="3627360">
                <a:tc>
                  <a:txBody>
                    <a:bodyPr/>
                    <a:lstStyle/>
                    <a:p>
                      <a:pPr algn="just">
                        <a:lnSpc>
                          <a:spcPct val="101600"/>
                        </a:lnSpc>
                        <a:spcBef>
                          <a:spcPts val="815"/>
                        </a:spcBef>
                      </a:pPr>
                      <a:endParaRPr sz="1000" dirty="0">
                        <a:latin typeface="Calibri"/>
                        <a:cs typeface="Calibri"/>
                      </a:endParaRPr>
                    </a:p>
                  </a:txBody>
                  <a:tcPr marL="0" marR="0" marT="103505" marB="0">
                    <a:lnT w="6350">
                      <a:solidFill>
                        <a:srgbClr val="0870B7"/>
                      </a:solidFill>
                      <a:prstDash val="solid"/>
                    </a:lnT>
                    <a:lnB w="6350">
                      <a:solidFill>
                        <a:srgbClr val="0870B7"/>
                      </a:solidFill>
                      <a:prstDash val="solid"/>
                    </a:lnB>
                  </a:tcPr>
                </a:tc>
                <a:tc>
                  <a:txBody>
                    <a:bodyPr/>
                    <a:lstStyle/>
                    <a:p>
                      <a:pPr>
                        <a:lnSpc>
                          <a:spcPct val="100000"/>
                        </a:lnSpc>
                      </a:pPr>
                      <a:endParaRPr sz="1000" dirty="0">
                        <a:latin typeface="Times New Roman"/>
                        <a:cs typeface="Times New Roman"/>
                      </a:endParaRPr>
                    </a:p>
                  </a:txBody>
                  <a:tcPr marL="0" marR="0" marT="0" marB="0">
                    <a:solidFill>
                      <a:srgbClr val="DAEDF3"/>
                    </a:solidFill>
                  </a:tcPr>
                </a:tc>
                <a:tc>
                  <a:txBody>
                    <a:bodyPr/>
                    <a:lstStyle/>
                    <a:p>
                      <a:pPr marL="83820">
                        <a:lnSpc>
                          <a:spcPct val="200000"/>
                        </a:lnSpc>
                        <a:spcBef>
                          <a:spcPts val="815"/>
                        </a:spcBef>
                      </a:pPr>
                      <a:r>
                        <a:rPr sz="1200" b="1" spc="-10" dirty="0">
                          <a:solidFill>
                            <a:srgbClr val="0870B7"/>
                          </a:solidFill>
                          <a:latin typeface="Calibri"/>
                          <a:cs typeface="Calibri"/>
                        </a:rPr>
                        <a:t>Abstract</a:t>
                      </a:r>
                      <a:endParaRPr sz="1200" dirty="0">
                        <a:latin typeface="Calibri"/>
                        <a:cs typeface="Calibri"/>
                      </a:endParaRPr>
                    </a:p>
                    <a:p>
                      <a:pPr>
                        <a:lnSpc>
                          <a:spcPct val="100000"/>
                        </a:lnSpc>
                        <a:spcBef>
                          <a:spcPts val="80"/>
                        </a:spcBef>
                      </a:pPr>
                      <a:r>
                        <a:rPr lang="en-US" sz="1100" dirty="0"/>
                        <a:t>Handwritten digit recognition is a fundamental problem in pattern recognition and computer vision with important applications in postal automation, bank cheque processing, and document digitization. This study proposes a Convolutional Neural Network (CNN)-based model for classifying handwritten digits using the MNIST dataset. The proposed method involves image preprocessing, feature extraction through convolutional filters, and classification via fully connected layers. Experimental results show the model achieves </a:t>
                      </a:r>
                      <a:r>
                        <a:rPr lang="en-US" sz="1100" b="1" dirty="0"/>
                        <a:t>99% accuracy</a:t>
                      </a:r>
                      <a:r>
                        <a:rPr lang="en-US" sz="1100" dirty="0"/>
                        <a:t> on unseen test samples, demonstrating robustness and scalability. The results confirm the effectiveness of CNNs for real-world handwritten digit recognition tasks. The study also compares the performance against traditional machine learning approaches, highlighting the advantage of deep learning in complex image interpretation.</a:t>
                      </a:r>
                      <a:endParaRPr sz="1100" dirty="0">
                        <a:latin typeface="Times New Roman"/>
                        <a:cs typeface="Times New Roman"/>
                      </a:endParaRPr>
                    </a:p>
                    <a:p>
                      <a:pPr marL="83820">
                        <a:lnSpc>
                          <a:spcPct val="100000"/>
                        </a:lnSpc>
                      </a:pPr>
                      <a:endParaRPr lang="en-US" sz="1200" b="1" spc="-10" dirty="0">
                        <a:solidFill>
                          <a:srgbClr val="0870B7"/>
                        </a:solidFill>
                        <a:latin typeface="Calibri"/>
                        <a:cs typeface="Calibri"/>
                      </a:endParaRPr>
                    </a:p>
                    <a:p>
                      <a:pPr marL="83820">
                        <a:lnSpc>
                          <a:spcPct val="100000"/>
                        </a:lnSpc>
                      </a:pPr>
                      <a:r>
                        <a:rPr sz="1200" b="1" spc="-10" dirty="0">
                          <a:solidFill>
                            <a:srgbClr val="0870B7"/>
                          </a:solidFill>
                          <a:latin typeface="Calibri"/>
                          <a:cs typeface="Calibri"/>
                        </a:rPr>
                        <a:t>Keywords</a:t>
                      </a:r>
                      <a:endParaRPr lang="en-US" sz="1200" b="1" spc="-10" dirty="0">
                        <a:solidFill>
                          <a:srgbClr val="0870B7"/>
                        </a:solidFill>
                        <a:latin typeface="Calibri"/>
                        <a:cs typeface="Calibri"/>
                      </a:endParaRPr>
                    </a:p>
                    <a:p>
                      <a:pPr marL="83820">
                        <a:lnSpc>
                          <a:spcPct val="100000"/>
                        </a:lnSpc>
                      </a:pPr>
                      <a:endParaRPr lang="en-IN" sz="1200" b="1" spc="-10" dirty="0">
                        <a:solidFill>
                          <a:srgbClr val="0870B7"/>
                        </a:solidFill>
                        <a:latin typeface="Calibri"/>
                        <a:cs typeface="Calibri"/>
                      </a:endParaRPr>
                    </a:p>
                    <a:p>
                      <a:pPr marL="83820">
                        <a:lnSpc>
                          <a:spcPct val="100000"/>
                        </a:lnSpc>
                      </a:pPr>
                      <a:r>
                        <a:rPr lang="en-IN" sz="1200" dirty="0"/>
                        <a:t>Handwritten Digit Recognition, Convolutional Neural Network, MNIST, Deep Learning, Image Classification</a:t>
                      </a:r>
                      <a:endParaRPr sz="1200" dirty="0">
                        <a:latin typeface="Calibri"/>
                        <a:cs typeface="Calibri"/>
                      </a:endParaRPr>
                    </a:p>
                  </a:txBody>
                  <a:tcPr marL="0" marR="0" marT="103505" marB="0">
                    <a:lnT w="6350">
                      <a:solidFill>
                        <a:srgbClr val="0870B7"/>
                      </a:solidFill>
                      <a:prstDash val="solid"/>
                    </a:lnT>
                    <a:lnB w="6350">
                      <a:solidFill>
                        <a:srgbClr val="0870B7"/>
                      </a:solidFill>
                      <a:prstDash val="solid"/>
                    </a:lnB>
                    <a:solidFill>
                      <a:srgbClr val="DAEDF3"/>
                    </a:solidFill>
                  </a:tcPr>
                </a:tc>
                <a:extLst>
                  <a:ext uri="{0D108BD9-81ED-4DB2-BD59-A6C34878D82A}">
                    <a16:rowId xmlns:a16="http://schemas.microsoft.com/office/drawing/2014/main" val="10000"/>
                  </a:ext>
                </a:extLst>
              </a:tr>
            </a:tbl>
          </a:graphicData>
        </a:graphic>
      </p:graphicFrame>
      <p:sp>
        <p:nvSpPr>
          <p:cNvPr id="18" name="object 18"/>
          <p:cNvSpPr txBox="1"/>
          <p:nvPr/>
        </p:nvSpPr>
        <p:spPr>
          <a:xfrm>
            <a:off x="3573907" y="9190355"/>
            <a:ext cx="83820" cy="128240"/>
          </a:xfrm>
          <a:prstGeom prst="rect">
            <a:avLst/>
          </a:prstGeom>
        </p:spPr>
        <p:txBody>
          <a:bodyPr vert="horz" wrap="square" lIns="0" tIns="0" rIns="0" bIns="0" rtlCol="0">
            <a:spAutoFit/>
          </a:bodyPr>
          <a:lstStyle/>
          <a:p>
            <a:pPr marL="12700">
              <a:lnSpc>
                <a:spcPts val="955"/>
              </a:lnSpc>
            </a:pPr>
            <a:r>
              <a:rPr lang="en-US" sz="900" spc="-50" dirty="0">
                <a:solidFill>
                  <a:srgbClr val="0870B7"/>
                </a:solidFill>
                <a:latin typeface="Calibri"/>
                <a:cs typeface="Calibri"/>
              </a:rPr>
              <a:t>1</a:t>
            </a:r>
            <a:endParaRPr sz="900" dirty="0">
              <a:latin typeface="Calibri"/>
              <a:cs typeface="Calibri"/>
            </a:endParaRPr>
          </a:p>
        </p:txBody>
      </p:sp>
      <p:sp>
        <p:nvSpPr>
          <p:cNvPr id="15" name="object 15"/>
          <p:cNvSpPr txBox="1"/>
          <p:nvPr/>
        </p:nvSpPr>
        <p:spPr>
          <a:xfrm>
            <a:off x="556283" y="7579461"/>
            <a:ext cx="6505575" cy="1133644"/>
          </a:xfrm>
          <a:prstGeom prst="rect">
            <a:avLst/>
          </a:prstGeom>
        </p:spPr>
        <p:txBody>
          <a:bodyPr vert="horz" wrap="square" lIns="0" tIns="12700" rIns="0" bIns="0" rtlCol="0">
            <a:spAutoFit/>
          </a:bodyPr>
          <a:lstStyle/>
          <a:p>
            <a:pPr marL="12700">
              <a:lnSpc>
                <a:spcPct val="100000"/>
              </a:lnSpc>
              <a:spcBef>
                <a:spcPts val="100"/>
              </a:spcBef>
            </a:pPr>
            <a:r>
              <a:rPr sz="1200" b="1" dirty="0">
                <a:solidFill>
                  <a:srgbClr val="0870B7"/>
                </a:solidFill>
                <a:latin typeface="Calibri"/>
                <a:cs typeface="Calibri"/>
              </a:rPr>
              <a:t>1.</a:t>
            </a:r>
            <a:r>
              <a:rPr sz="1200" b="1" spc="-10" dirty="0">
                <a:solidFill>
                  <a:srgbClr val="0870B7"/>
                </a:solidFill>
                <a:latin typeface="Calibri"/>
                <a:cs typeface="Calibri"/>
              </a:rPr>
              <a:t> Introduction</a:t>
            </a:r>
            <a:endParaRPr lang="en-US" sz="1200" b="1" spc="-10" dirty="0">
              <a:solidFill>
                <a:srgbClr val="0870B7"/>
              </a:solidFill>
              <a:latin typeface="Calibri"/>
              <a:cs typeface="Calibri"/>
            </a:endParaRPr>
          </a:p>
          <a:p>
            <a:pPr marL="12700">
              <a:lnSpc>
                <a:spcPct val="100000"/>
              </a:lnSpc>
              <a:spcBef>
                <a:spcPts val="100"/>
              </a:spcBef>
            </a:pPr>
            <a:r>
              <a:rPr lang="en-US" sz="1200" dirty="0"/>
              <a:t>Handwritten digit recognition systems aim to automatically interpret hand-drawn digits into machine-readable format. Their applications are widespread in fields like postal delivery, automated banking systems, form digitization, and educational technologies. Traditional machine learning models rely on manual feature extraction and often fail to generalize well across diverse handwriting styles and image distortions</a:t>
            </a:r>
            <a:endParaRPr sz="1200" dirty="0">
              <a:latin typeface="Calibri"/>
              <a:cs typeface="Calibri"/>
            </a:endParaRPr>
          </a:p>
        </p:txBody>
      </p:sp>
      <p:sp>
        <p:nvSpPr>
          <p:cNvPr id="19" name="Rectangle 18">
            <a:extLst>
              <a:ext uri="{FF2B5EF4-FFF2-40B4-BE49-F238E27FC236}">
                <a16:creationId xmlns:a16="http://schemas.microsoft.com/office/drawing/2014/main" id="{18F0681A-5F9B-6894-0D55-AAEAD698E031}"/>
              </a:ext>
            </a:extLst>
          </p:cNvPr>
          <p:cNvSpPr/>
          <p:nvPr/>
        </p:nvSpPr>
        <p:spPr>
          <a:xfrm>
            <a:off x="0" y="3522726"/>
            <a:ext cx="654050" cy="394462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1" name="Picture 20">
            <a:extLst>
              <a:ext uri="{FF2B5EF4-FFF2-40B4-BE49-F238E27FC236}">
                <a16:creationId xmlns:a16="http://schemas.microsoft.com/office/drawing/2014/main" id="{2A30C582-18C6-7267-DF32-BDF44A2D74D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4509" y="63246"/>
            <a:ext cx="861694" cy="8864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p:nvPr/>
        </p:nvSpPr>
        <p:spPr>
          <a:xfrm>
            <a:off x="545592" y="9034272"/>
            <a:ext cx="6471285" cy="6350"/>
          </a:xfrm>
          <a:custGeom>
            <a:avLst/>
            <a:gdLst/>
            <a:ahLst/>
            <a:cxnLst/>
            <a:rect l="l" t="t" r="r" b="b"/>
            <a:pathLst>
              <a:path w="6471284" h="6350">
                <a:moveTo>
                  <a:pt x="2896222" y="0"/>
                </a:moveTo>
                <a:lnTo>
                  <a:pt x="2890139" y="0"/>
                </a:lnTo>
                <a:lnTo>
                  <a:pt x="0" y="0"/>
                </a:lnTo>
                <a:lnTo>
                  <a:pt x="0" y="6096"/>
                </a:lnTo>
                <a:lnTo>
                  <a:pt x="2890139" y="6096"/>
                </a:lnTo>
                <a:lnTo>
                  <a:pt x="2896222" y="6096"/>
                </a:lnTo>
                <a:lnTo>
                  <a:pt x="2896222" y="0"/>
                </a:lnTo>
                <a:close/>
              </a:path>
              <a:path w="6471284" h="6350">
                <a:moveTo>
                  <a:pt x="5937123" y="0"/>
                </a:moveTo>
                <a:lnTo>
                  <a:pt x="3257677" y="0"/>
                </a:lnTo>
                <a:lnTo>
                  <a:pt x="3251631" y="0"/>
                </a:lnTo>
                <a:lnTo>
                  <a:pt x="2896235" y="0"/>
                </a:lnTo>
                <a:lnTo>
                  <a:pt x="2896235" y="6096"/>
                </a:lnTo>
                <a:lnTo>
                  <a:pt x="3251581" y="6096"/>
                </a:lnTo>
                <a:lnTo>
                  <a:pt x="3257677" y="6096"/>
                </a:lnTo>
                <a:lnTo>
                  <a:pt x="5937123" y="6096"/>
                </a:lnTo>
                <a:lnTo>
                  <a:pt x="5937123" y="0"/>
                </a:lnTo>
                <a:close/>
              </a:path>
              <a:path w="6471284" h="6350">
                <a:moveTo>
                  <a:pt x="6470955" y="0"/>
                </a:moveTo>
                <a:lnTo>
                  <a:pt x="5943346" y="0"/>
                </a:lnTo>
                <a:lnTo>
                  <a:pt x="5937250" y="0"/>
                </a:lnTo>
                <a:lnTo>
                  <a:pt x="5937250" y="6096"/>
                </a:lnTo>
                <a:lnTo>
                  <a:pt x="5943346" y="6096"/>
                </a:lnTo>
                <a:lnTo>
                  <a:pt x="6470955" y="6096"/>
                </a:lnTo>
                <a:lnTo>
                  <a:pt x="6470955" y="0"/>
                </a:lnTo>
                <a:close/>
              </a:path>
            </a:pathLst>
          </a:custGeom>
          <a:solidFill>
            <a:srgbClr val="0870B7"/>
          </a:solidFill>
        </p:spPr>
        <p:txBody>
          <a:bodyPr wrap="square" lIns="0" tIns="0" rIns="0" bIns="0" rtlCol="0"/>
          <a:lstStyle/>
          <a:p>
            <a:endParaRPr/>
          </a:p>
        </p:txBody>
      </p:sp>
      <p:sp>
        <p:nvSpPr>
          <p:cNvPr id="6" name="object 6"/>
          <p:cNvSpPr/>
          <p:nvPr/>
        </p:nvSpPr>
        <p:spPr>
          <a:xfrm>
            <a:off x="538480" y="458978"/>
            <a:ext cx="6480175" cy="0"/>
          </a:xfrm>
          <a:custGeom>
            <a:avLst/>
            <a:gdLst/>
            <a:ahLst/>
            <a:cxnLst/>
            <a:rect l="l" t="t" r="r" b="b"/>
            <a:pathLst>
              <a:path w="6480175">
                <a:moveTo>
                  <a:pt x="0" y="0"/>
                </a:moveTo>
                <a:lnTo>
                  <a:pt x="6480175" y="0"/>
                </a:lnTo>
              </a:path>
            </a:pathLst>
          </a:custGeom>
          <a:ln w="19050">
            <a:solidFill>
              <a:srgbClr val="0870B7"/>
            </a:solidFill>
          </a:ln>
        </p:spPr>
        <p:txBody>
          <a:bodyPr wrap="square" lIns="0" tIns="0" rIns="0" bIns="0" rtlCol="0"/>
          <a:lstStyle/>
          <a:p>
            <a:endParaRPr/>
          </a:p>
        </p:txBody>
      </p:sp>
      <p:sp>
        <p:nvSpPr>
          <p:cNvPr id="7" name="object 7"/>
          <p:cNvSpPr txBox="1"/>
          <p:nvPr/>
        </p:nvSpPr>
        <p:spPr>
          <a:xfrm>
            <a:off x="528319" y="857148"/>
            <a:ext cx="6506209" cy="959365"/>
          </a:xfrm>
          <a:prstGeom prst="rect">
            <a:avLst/>
          </a:prstGeom>
        </p:spPr>
        <p:txBody>
          <a:bodyPr vert="horz" wrap="square" lIns="0" tIns="12700" rIns="0" bIns="0" rtlCol="0">
            <a:spAutoFit/>
          </a:bodyPr>
          <a:lstStyle/>
          <a:p>
            <a:pPr marL="12700" marR="5080" algn="just">
              <a:lnSpc>
                <a:spcPct val="125000"/>
              </a:lnSpc>
              <a:spcBef>
                <a:spcPts val="100"/>
              </a:spcBef>
            </a:pPr>
            <a:r>
              <a:rPr lang="en-US" sz="1000" dirty="0"/>
              <a:t>Deep learning, particularly convolutional neural networks (CNNs), has revolutionized image classification by learning hierarchical features directly from pixel data. This paper presents a CNN model designed to recognize digits in the widely used MNIST dataset, demonstrating high recognition accuracy and stability. The primary contributions of this work include a thorough evaluation of CNN performance and comparison with baseline methods.</a:t>
            </a:r>
            <a:endParaRPr sz="1000" dirty="0">
              <a:latin typeface="Calibri"/>
              <a:cs typeface="Calibri"/>
            </a:endParaRPr>
          </a:p>
        </p:txBody>
      </p:sp>
      <p:sp>
        <p:nvSpPr>
          <p:cNvPr id="8" name="object 8"/>
          <p:cNvSpPr txBox="1"/>
          <p:nvPr/>
        </p:nvSpPr>
        <p:spPr>
          <a:xfrm>
            <a:off x="528319" y="5311521"/>
            <a:ext cx="6507480" cy="2900153"/>
          </a:xfrm>
          <a:prstGeom prst="rect">
            <a:avLst/>
          </a:prstGeom>
        </p:spPr>
        <p:txBody>
          <a:bodyPr vert="horz" wrap="square" lIns="0" tIns="12065" rIns="0" bIns="0" rtlCol="0">
            <a:spAutoFit/>
          </a:bodyPr>
          <a:lstStyle/>
          <a:p>
            <a:pPr algn="ctr">
              <a:lnSpc>
                <a:spcPct val="100000"/>
              </a:lnSpc>
              <a:spcBef>
                <a:spcPts val="95"/>
              </a:spcBef>
            </a:pPr>
            <a:r>
              <a:rPr sz="1000" b="1" dirty="0">
                <a:solidFill>
                  <a:srgbClr val="0870B7"/>
                </a:solidFill>
                <a:latin typeface="Calibri"/>
                <a:cs typeface="Calibri"/>
              </a:rPr>
              <a:t>Figure</a:t>
            </a:r>
            <a:r>
              <a:rPr sz="1000" b="1" spc="-15" dirty="0">
                <a:solidFill>
                  <a:srgbClr val="0870B7"/>
                </a:solidFill>
                <a:latin typeface="Calibri"/>
                <a:cs typeface="Calibri"/>
              </a:rPr>
              <a:t> </a:t>
            </a:r>
            <a:r>
              <a:rPr sz="1000" b="1" dirty="0">
                <a:solidFill>
                  <a:srgbClr val="0870B7"/>
                </a:solidFill>
                <a:latin typeface="Calibri"/>
                <a:cs typeface="Calibri"/>
              </a:rPr>
              <a:t>1.</a:t>
            </a:r>
            <a:r>
              <a:rPr sz="1000" b="1" spc="-5" dirty="0">
                <a:solidFill>
                  <a:srgbClr val="0870B7"/>
                </a:solidFill>
                <a:latin typeface="Calibri"/>
                <a:cs typeface="Calibri"/>
              </a:rPr>
              <a:t> </a:t>
            </a:r>
            <a:r>
              <a:rPr sz="1000" spc="-10" dirty="0">
                <a:latin typeface="Calibri"/>
                <a:cs typeface="Calibri"/>
              </a:rPr>
              <a:t>Introduction </a:t>
            </a:r>
            <a:r>
              <a:rPr sz="1000" dirty="0">
                <a:latin typeface="Calibri"/>
                <a:cs typeface="Calibri"/>
              </a:rPr>
              <a:t>to</a:t>
            </a:r>
            <a:r>
              <a:rPr sz="1000" spc="-10" dirty="0">
                <a:latin typeface="Calibri"/>
                <a:cs typeface="Calibri"/>
              </a:rPr>
              <a:t> </a:t>
            </a:r>
            <a:r>
              <a:rPr lang="en-US" sz="1000" spc="-10" dirty="0">
                <a:latin typeface="Calibri"/>
                <a:cs typeface="Calibri"/>
              </a:rPr>
              <a:t>HANDWRITTEN DIGIT RECOGNITION</a:t>
            </a:r>
            <a:endParaRPr sz="1000" dirty="0">
              <a:latin typeface="Calibri"/>
              <a:cs typeface="Calibri"/>
            </a:endParaRPr>
          </a:p>
          <a:p>
            <a:pPr>
              <a:lnSpc>
                <a:spcPct val="100000"/>
              </a:lnSpc>
              <a:spcBef>
                <a:spcPts val="160"/>
              </a:spcBef>
            </a:pPr>
            <a:endParaRPr sz="1000" dirty="0">
              <a:latin typeface="Calibri"/>
              <a:cs typeface="Calibri"/>
            </a:endParaRPr>
          </a:p>
          <a:p>
            <a:pPr marL="165735" indent="-153035" algn="just">
              <a:lnSpc>
                <a:spcPct val="100000"/>
              </a:lnSpc>
              <a:spcBef>
                <a:spcPts val="5"/>
              </a:spcBef>
              <a:buAutoNum type="arabicPeriod" startAt="2"/>
              <a:tabLst>
                <a:tab pos="165735" algn="l"/>
              </a:tabLst>
            </a:pPr>
            <a:r>
              <a:rPr lang="en-IN" sz="1200" b="1" dirty="0">
                <a:solidFill>
                  <a:srgbClr val="0870B7"/>
                </a:solidFill>
                <a:latin typeface="Calibri"/>
                <a:cs typeface="Calibri"/>
              </a:rPr>
              <a:t>Related Work</a:t>
            </a:r>
          </a:p>
          <a:p>
            <a:pPr marL="165735" indent="-153035" algn="just">
              <a:lnSpc>
                <a:spcPct val="100000"/>
              </a:lnSpc>
              <a:spcBef>
                <a:spcPts val="5"/>
              </a:spcBef>
              <a:buAutoNum type="arabicPeriod" startAt="2"/>
              <a:tabLst>
                <a:tab pos="165735" algn="l"/>
              </a:tabLst>
            </a:pPr>
            <a:endParaRPr lang="en-IN" sz="1200" b="1" dirty="0">
              <a:solidFill>
                <a:srgbClr val="0870B7"/>
              </a:solidFill>
              <a:latin typeface="Calibri"/>
              <a:cs typeface="Calibri"/>
            </a:endParaRPr>
          </a:p>
          <a:p>
            <a:r>
              <a:rPr lang="en-US" sz="1100" dirty="0"/>
              <a:t>Early handwritten digit recognition methods used classifiers such as k-Nearest Neighbors (k-NN), Support Vector Machines (SVM), and Multilayer </a:t>
            </a:r>
            <a:r>
              <a:rPr lang="en-US" sz="1100" dirty="0" err="1"/>
              <a:t>Perceptrons</a:t>
            </a:r>
            <a:r>
              <a:rPr lang="en-US" sz="1100" dirty="0"/>
              <a:t> (MLP). These methods often required handcrafted features such as histogram of oriented gradients (HOG) or principal component analysis (PCA) to function effectively.</a:t>
            </a:r>
          </a:p>
          <a:p>
            <a:endParaRPr lang="en-US" sz="1100" dirty="0"/>
          </a:p>
          <a:p>
            <a:endParaRPr lang="en-US" sz="1100" dirty="0"/>
          </a:p>
          <a:p>
            <a:r>
              <a:rPr lang="en-US" sz="1100" dirty="0"/>
              <a:t>LeCun et al. (1998) introduced one of the first CNNs for digit recognition, achieving state-of-the-art results. More recent research explores deeper and optimized CNN architectures to improve generalization and reduce computational cost. For example, </a:t>
            </a:r>
            <a:r>
              <a:rPr lang="en-US" sz="1100" dirty="0" err="1"/>
              <a:t>Cireşan</a:t>
            </a:r>
            <a:r>
              <a:rPr lang="en-US" sz="1100" dirty="0"/>
              <a:t> et al. (2012) used multi-column deep neural networks to improve performance on standard benchmarks. Compared to these works, the proposed method focuses on a balanced architecture that delivers high accuracy while maintaining efficient training</a:t>
            </a:r>
            <a:r>
              <a:rPr lang="en-US" sz="1000" dirty="0"/>
              <a:t>.</a:t>
            </a:r>
          </a:p>
          <a:p>
            <a:pPr>
              <a:lnSpc>
                <a:spcPct val="100000"/>
              </a:lnSpc>
              <a:spcBef>
                <a:spcPts val="25"/>
              </a:spcBef>
            </a:pPr>
            <a:endParaRPr lang="en-US" sz="1000" dirty="0">
              <a:latin typeface="Calibri"/>
              <a:cs typeface="Calibri"/>
            </a:endParaRPr>
          </a:p>
        </p:txBody>
      </p:sp>
      <p:sp>
        <p:nvSpPr>
          <p:cNvPr id="12" name="object 12"/>
          <p:cNvSpPr txBox="1">
            <a:spLocks noGrp="1"/>
          </p:cNvSpPr>
          <p:nvPr>
            <p:ph type="sldNum" sz="quarter" idx="7"/>
          </p:nvPr>
        </p:nvSpPr>
        <p:spPr>
          <a:prstGeom prst="rect">
            <a:avLst/>
          </a:prstGeom>
        </p:spPr>
        <p:txBody>
          <a:bodyPr vert="horz" wrap="square" lIns="0" tIns="0" rIns="0" bIns="0" rtlCol="0">
            <a:spAutoFit/>
          </a:bodyPr>
          <a:lstStyle/>
          <a:p>
            <a:pPr marL="12700">
              <a:lnSpc>
                <a:spcPts val="955"/>
              </a:lnSpc>
            </a:pPr>
            <a:fld id="{81D60167-4931-47E6-BA6A-407CBD079E47}" type="slidenum">
              <a:rPr spc="-25" dirty="0"/>
              <a:t>2</a:t>
            </a:fld>
            <a:endParaRPr spc="-25" dirty="0"/>
          </a:p>
        </p:txBody>
      </p:sp>
      <p:pic>
        <p:nvPicPr>
          <p:cNvPr id="14" name="Picture 13">
            <a:extLst>
              <a:ext uri="{FF2B5EF4-FFF2-40B4-BE49-F238E27FC236}">
                <a16:creationId xmlns:a16="http://schemas.microsoft.com/office/drawing/2014/main" id="{CBA7905B-62D8-0635-77DE-D4715FB09FB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1249" y="1826037"/>
            <a:ext cx="5385561" cy="3485484"/>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p:nvPr/>
        </p:nvSpPr>
        <p:spPr>
          <a:xfrm>
            <a:off x="545592" y="9034272"/>
            <a:ext cx="6471285" cy="6350"/>
          </a:xfrm>
          <a:custGeom>
            <a:avLst/>
            <a:gdLst/>
            <a:ahLst/>
            <a:cxnLst/>
            <a:rect l="l" t="t" r="r" b="b"/>
            <a:pathLst>
              <a:path w="6471284" h="6350">
                <a:moveTo>
                  <a:pt x="2896222" y="0"/>
                </a:moveTo>
                <a:lnTo>
                  <a:pt x="2890139" y="0"/>
                </a:lnTo>
                <a:lnTo>
                  <a:pt x="0" y="0"/>
                </a:lnTo>
                <a:lnTo>
                  <a:pt x="0" y="6096"/>
                </a:lnTo>
                <a:lnTo>
                  <a:pt x="2890139" y="6096"/>
                </a:lnTo>
                <a:lnTo>
                  <a:pt x="2896222" y="6096"/>
                </a:lnTo>
                <a:lnTo>
                  <a:pt x="2896222" y="0"/>
                </a:lnTo>
                <a:close/>
              </a:path>
              <a:path w="6471284" h="6350">
                <a:moveTo>
                  <a:pt x="5937123" y="0"/>
                </a:moveTo>
                <a:lnTo>
                  <a:pt x="3257677" y="0"/>
                </a:lnTo>
                <a:lnTo>
                  <a:pt x="3251631" y="0"/>
                </a:lnTo>
                <a:lnTo>
                  <a:pt x="2896235" y="0"/>
                </a:lnTo>
                <a:lnTo>
                  <a:pt x="2896235" y="6096"/>
                </a:lnTo>
                <a:lnTo>
                  <a:pt x="3251581" y="6096"/>
                </a:lnTo>
                <a:lnTo>
                  <a:pt x="3257677" y="6096"/>
                </a:lnTo>
                <a:lnTo>
                  <a:pt x="5937123" y="6096"/>
                </a:lnTo>
                <a:lnTo>
                  <a:pt x="5937123" y="0"/>
                </a:lnTo>
                <a:close/>
              </a:path>
              <a:path w="6471284" h="6350">
                <a:moveTo>
                  <a:pt x="6470955" y="0"/>
                </a:moveTo>
                <a:lnTo>
                  <a:pt x="5943346" y="0"/>
                </a:lnTo>
                <a:lnTo>
                  <a:pt x="5937250" y="0"/>
                </a:lnTo>
                <a:lnTo>
                  <a:pt x="5937250" y="6096"/>
                </a:lnTo>
                <a:lnTo>
                  <a:pt x="5943346" y="6096"/>
                </a:lnTo>
                <a:lnTo>
                  <a:pt x="6470955" y="6096"/>
                </a:lnTo>
                <a:lnTo>
                  <a:pt x="6470955" y="0"/>
                </a:lnTo>
                <a:close/>
              </a:path>
            </a:pathLst>
          </a:custGeom>
          <a:solidFill>
            <a:srgbClr val="0870B7"/>
          </a:solidFill>
        </p:spPr>
        <p:txBody>
          <a:bodyPr wrap="square" lIns="0" tIns="0" rIns="0" bIns="0" rtlCol="0"/>
          <a:lstStyle/>
          <a:p>
            <a:endParaRPr/>
          </a:p>
        </p:txBody>
      </p:sp>
      <p:sp>
        <p:nvSpPr>
          <p:cNvPr id="6" name="object 6"/>
          <p:cNvSpPr/>
          <p:nvPr/>
        </p:nvSpPr>
        <p:spPr>
          <a:xfrm>
            <a:off x="538480" y="458978"/>
            <a:ext cx="6480175" cy="0"/>
          </a:xfrm>
          <a:custGeom>
            <a:avLst/>
            <a:gdLst/>
            <a:ahLst/>
            <a:cxnLst/>
            <a:rect l="l" t="t" r="r" b="b"/>
            <a:pathLst>
              <a:path w="6480175">
                <a:moveTo>
                  <a:pt x="0" y="0"/>
                </a:moveTo>
                <a:lnTo>
                  <a:pt x="6480175" y="0"/>
                </a:lnTo>
              </a:path>
            </a:pathLst>
          </a:custGeom>
          <a:ln w="19050">
            <a:solidFill>
              <a:srgbClr val="0870B7"/>
            </a:solidFill>
          </a:ln>
        </p:spPr>
        <p:txBody>
          <a:bodyPr wrap="square" lIns="0" tIns="0" rIns="0" bIns="0" rtlCol="0"/>
          <a:lstStyle/>
          <a:p>
            <a:endParaRPr/>
          </a:p>
        </p:txBody>
      </p:sp>
      <p:sp>
        <p:nvSpPr>
          <p:cNvPr id="7" name="object 7"/>
          <p:cNvSpPr txBox="1"/>
          <p:nvPr/>
        </p:nvSpPr>
        <p:spPr>
          <a:xfrm>
            <a:off x="506857" y="762000"/>
            <a:ext cx="6510020" cy="7376378"/>
          </a:xfrm>
          <a:prstGeom prst="rect">
            <a:avLst/>
          </a:prstGeom>
        </p:spPr>
        <p:txBody>
          <a:bodyPr vert="horz" wrap="square" lIns="0" tIns="12700" rIns="0" bIns="0" rtlCol="0">
            <a:spAutoFit/>
          </a:bodyPr>
          <a:lstStyle/>
          <a:p>
            <a:pPr>
              <a:lnSpc>
                <a:spcPct val="100000"/>
              </a:lnSpc>
              <a:spcBef>
                <a:spcPts val="20"/>
              </a:spcBef>
            </a:pPr>
            <a:endParaRPr sz="1000" dirty="0">
              <a:latin typeface="Calibri"/>
              <a:cs typeface="Calibri"/>
            </a:endParaRPr>
          </a:p>
          <a:p>
            <a:pPr marL="12700" lvl="1" algn="just">
              <a:lnSpc>
                <a:spcPct val="100000"/>
              </a:lnSpc>
              <a:spcBef>
                <a:spcPts val="5"/>
              </a:spcBef>
              <a:tabLst>
                <a:tab pos="259715" algn="l"/>
              </a:tabLst>
            </a:pPr>
            <a:r>
              <a:rPr lang="en-US" sz="1100" b="1" spc="-10" dirty="0">
                <a:solidFill>
                  <a:srgbClr val="0870B7"/>
                </a:solidFill>
                <a:latin typeface="Calibri"/>
                <a:cs typeface="Calibri"/>
              </a:rPr>
              <a:t>3. Proposed Methodology</a:t>
            </a:r>
          </a:p>
          <a:p>
            <a:pPr marL="259715" lvl="1" indent="-247015" algn="just">
              <a:lnSpc>
                <a:spcPct val="100000"/>
              </a:lnSpc>
              <a:spcBef>
                <a:spcPts val="5"/>
              </a:spcBef>
              <a:buAutoNum type="arabicPeriod" startAt="3"/>
              <a:tabLst>
                <a:tab pos="259715" algn="l"/>
              </a:tabLst>
            </a:pPr>
            <a:endParaRPr sz="1100" dirty="0">
              <a:latin typeface="Calibri"/>
              <a:cs typeface="Calibri"/>
            </a:endParaRPr>
          </a:p>
          <a:p>
            <a:r>
              <a:rPr lang="en-US" sz="1000" dirty="0"/>
              <a:t> This section describes the dataset used, preprocessing techniques applied, and the architecture of the convolutional neural network employed for handwritten digit recognition.</a:t>
            </a:r>
            <a:br>
              <a:rPr lang="en-US" sz="1000" dirty="0"/>
            </a:br>
            <a:endParaRPr lang="en-US" sz="1000" dirty="0"/>
          </a:p>
          <a:p>
            <a:endParaRPr lang="en-US" sz="1000" b="1" dirty="0"/>
          </a:p>
          <a:p>
            <a:pPr marL="12700" lvl="1" algn="just">
              <a:lnSpc>
                <a:spcPct val="100000"/>
              </a:lnSpc>
              <a:tabLst>
                <a:tab pos="259715" algn="l"/>
              </a:tabLst>
            </a:pPr>
            <a:r>
              <a:rPr lang="en-US" sz="1100" b="1" dirty="0">
                <a:solidFill>
                  <a:srgbClr val="0870B7"/>
                </a:solidFill>
                <a:latin typeface="Calibri"/>
                <a:cs typeface="Calibri"/>
              </a:rPr>
              <a:t>3.1  Dataset</a:t>
            </a:r>
            <a:endParaRPr sz="1100" dirty="0">
              <a:latin typeface="Calibri"/>
              <a:cs typeface="Calibri"/>
            </a:endParaRPr>
          </a:p>
          <a:p>
            <a:r>
              <a:rPr lang="en-US" sz="1000" dirty="0"/>
              <a:t>The proposed handwritten digit recognition system is trained and evaluated using the </a:t>
            </a:r>
            <a:r>
              <a:rPr lang="en-US" sz="1000" b="1" dirty="0"/>
              <a:t>MNIST dataset</a:t>
            </a:r>
            <a:r>
              <a:rPr lang="en-US" sz="1000" dirty="0"/>
              <a:t>, which is a widely accepted benchmark dataset for digit classification tasks. The dataset consists of </a:t>
            </a:r>
            <a:r>
              <a:rPr lang="en-US" sz="1000" b="1" dirty="0"/>
              <a:t>70,000 grayscale images</a:t>
            </a:r>
            <a:r>
              <a:rPr lang="en-US" sz="1000" dirty="0"/>
              <a:t> of handwritten digits ranging from </a:t>
            </a:r>
            <a:r>
              <a:rPr lang="en-US" sz="1000" b="1" dirty="0"/>
              <a:t>0 to 9</a:t>
            </a:r>
            <a:r>
              <a:rPr lang="en-US" sz="1000" dirty="0"/>
              <a:t>. Out of these, </a:t>
            </a:r>
            <a:r>
              <a:rPr lang="en-US" sz="1000" b="1" dirty="0"/>
              <a:t>60,000 images are used for training</a:t>
            </a:r>
            <a:r>
              <a:rPr lang="en-US" sz="1000" dirty="0"/>
              <a:t> the model, while </a:t>
            </a:r>
            <a:r>
              <a:rPr lang="en-US" sz="1000" b="1" dirty="0"/>
              <a:t>10,000 images are reserved for testing</a:t>
            </a:r>
            <a:r>
              <a:rPr lang="en-US" sz="1000" dirty="0"/>
              <a:t> to evaluate its generalization capability.</a:t>
            </a:r>
          </a:p>
          <a:p>
            <a:r>
              <a:rPr lang="en-US" sz="1000" dirty="0"/>
              <a:t>Each image in the dataset has a fixed resolution of </a:t>
            </a:r>
            <a:r>
              <a:rPr lang="en-US" sz="1000" b="1" dirty="0"/>
              <a:t>28 × 28 pixels</a:t>
            </a:r>
            <a:r>
              <a:rPr lang="en-US" sz="1000" dirty="0"/>
              <a:t>, ensuring uniform input dimensions for the convolutional neural network. The MNIST dataset includes a wide variety of handwriting styles, stroke thicknesses, and digit shapes, making it suitable for evaluating the robustness and accuracy of digit recognition models.</a:t>
            </a:r>
          </a:p>
          <a:p>
            <a:pPr>
              <a:lnSpc>
                <a:spcPct val="100000"/>
              </a:lnSpc>
              <a:spcBef>
                <a:spcPts val="15"/>
              </a:spcBef>
            </a:pPr>
            <a:endParaRPr lang="en-US" sz="1000" dirty="0">
              <a:latin typeface="Calibri"/>
              <a:cs typeface="Calibri"/>
            </a:endParaRPr>
          </a:p>
          <a:p>
            <a:pPr>
              <a:lnSpc>
                <a:spcPct val="100000"/>
              </a:lnSpc>
              <a:spcBef>
                <a:spcPts val="15"/>
              </a:spcBef>
            </a:pPr>
            <a:endParaRPr lang="en-IN" sz="1000" dirty="0">
              <a:latin typeface="Calibri"/>
              <a:cs typeface="Calibri"/>
            </a:endParaRPr>
          </a:p>
          <a:p>
            <a:pPr>
              <a:lnSpc>
                <a:spcPct val="100000"/>
              </a:lnSpc>
              <a:spcBef>
                <a:spcPts val="15"/>
              </a:spcBef>
            </a:pPr>
            <a:endParaRPr lang="en-IN" sz="1000" dirty="0">
              <a:latin typeface="Calibri"/>
              <a:cs typeface="Calibri"/>
            </a:endParaRPr>
          </a:p>
          <a:p>
            <a:pPr>
              <a:lnSpc>
                <a:spcPct val="100000"/>
              </a:lnSpc>
              <a:spcBef>
                <a:spcPts val="15"/>
              </a:spcBef>
            </a:pPr>
            <a:endParaRPr lang="en-IN" sz="1000" dirty="0">
              <a:latin typeface="Calibri"/>
              <a:cs typeface="Calibri"/>
            </a:endParaRPr>
          </a:p>
          <a:p>
            <a:pPr>
              <a:lnSpc>
                <a:spcPct val="100000"/>
              </a:lnSpc>
              <a:spcBef>
                <a:spcPts val="15"/>
              </a:spcBef>
            </a:pPr>
            <a:endParaRPr lang="en-US" sz="1000" dirty="0">
              <a:latin typeface="Calibri"/>
              <a:cs typeface="Calibri"/>
            </a:endParaRPr>
          </a:p>
          <a:p>
            <a:pPr>
              <a:lnSpc>
                <a:spcPct val="100000"/>
              </a:lnSpc>
              <a:spcBef>
                <a:spcPts val="15"/>
              </a:spcBef>
            </a:pPr>
            <a:endParaRPr lang="en-IN" sz="1000" dirty="0">
              <a:latin typeface="Calibri"/>
              <a:cs typeface="Calibri"/>
            </a:endParaRPr>
          </a:p>
          <a:p>
            <a:pPr>
              <a:lnSpc>
                <a:spcPct val="100000"/>
              </a:lnSpc>
              <a:spcBef>
                <a:spcPts val="15"/>
              </a:spcBef>
            </a:pPr>
            <a:endParaRPr lang="en-IN" sz="1000" dirty="0">
              <a:latin typeface="Calibri"/>
              <a:cs typeface="Calibri"/>
            </a:endParaRPr>
          </a:p>
          <a:p>
            <a:pPr>
              <a:lnSpc>
                <a:spcPct val="100000"/>
              </a:lnSpc>
              <a:spcBef>
                <a:spcPts val="15"/>
              </a:spcBef>
            </a:pPr>
            <a:endParaRPr lang="en-IN" sz="1000" dirty="0">
              <a:latin typeface="Calibri"/>
              <a:cs typeface="Calibri"/>
            </a:endParaRPr>
          </a:p>
          <a:p>
            <a:pPr>
              <a:lnSpc>
                <a:spcPct val="100000"/>
              </a:lnSpc>
              <a:spcBef>
                <a:spcPts val="15"/>
              </a:spcBef>
            </a:pPr>
            <a:endParaRPr lang="en-IN" sz="1000" dirty="0">
              <a:latin typeface="Calibri"/>
              <a:cs typeface="Calibri"/>
            </a:endParaRPr>
          </a:p>
          <a:p>
            <a:pPr>
              <a:lnSpc>
                <a:spcPct val="100000"/>
              </a:lnSpc>
              <a:spcBef>
                <a:spcPts val="15"/>
              </a:spcBef>
            </a:pPr>
            <a:endParaRPr lang="en-US" sz="1000" dirty="0">
              <a:latin typeface="Calibri"/>
              <a:cs typeface="Calibri"/>
            </a:endParaRPr>
          </a:p>
          <a:p>
            <a:pPr>
              <a:lnSpc>
                <a:spcPct val="100000"/>
              </a:lnSpc>
              <a:spcBef>
                <a:spcPts val="15"/>
              </a:spcBef>
            </a:pPr>
            <a:endParaRPr lang="en-IN" sz="1000" dirty="0">
              <a:latin typeface="Calibri"/>
              <a:cs typeface="Calibri"/>
            </a:endParaRPr>
          </a:p>
          <a:p>
            <a:pPr>
              <a:lnSpc>
                <a:spcPct val="100000"/>
              </a:lnSpc>
              <a:spcBef>
                <a:spcPts val="15"/>
              </a:spcBef>
            </a:pPr>
            <a:endParaRPr lang="en-IN" sz="1000" dirty="0">
              <a:latin typeface="Calibri"/>
              <a:cs typeface="Calibri"/>
            </a:endParaRPr>
          </a:p>
          <a:p>
            <a:pPr>
              <a:lnSpc>
                <a:spcPct val="100000"/>
              </a:lnSpc>
              <a:spcBef>
                <a:spcPts val="15"/>
              </a:spcBef>
            </a:pPr>
            <a:endParaRPr sz="1000" dirty="0">
              <a:latin typeface="Calibri"/>
              <a:cs typeface="Calibri"/>
            </a:endParaRPr>
          </a:p>
          <a:p>
            <a:pPr marL="12700" algn="just">
              <a:lnSpc>
                <a:spcPct val="100000"/>
              </a:lnSpc>
              <a:spcBef>
                <a:spcPts val="5"/>
              </a:spcBef>
              <a:tabLst>
                <a:tab pos="165735" algn="l"/>
              </a:tabLst>
            </a:pPr>
            <a:endParaRPr lang="en-US" sz="1200" b="1" dirty="0">
              <a:solidFill>
                <a:srgbClr val="0870B7"/>
              </a:solidFill>
              <a:latin typeface="Calibri"/>
              <a:cs typeface="Calibri"/>
            </a:endParaRPr>
          </a:p>
          <a:p>
            <a:pPr marL="12700" algn="just">
              <a:lnSpc>
                <a:spcPct val="100000"/>
              </a:lnSpc>
              <a:spcBef>
                <a:spcPts val="5"/>
              </a:spcBef>
              <a:tabLst>
                <a:tab pos="165735" algn="l"/>
              </a:tabLst>
            </a:pPr>
            <a:endParaRPr lang="en-US" sz="1200" b="1" dirty="0">
              <a:solidFill>
                <a:srgbClr val="0870B7"/>
              </a:solidFill>
              <a:latin typeface="Calibri"/>
              <a:cs typeface="Calibri"/>
            </a:endParaRPr>
          </a:p>
          <a:p>
            <a:pPr marL="12700" algn="just">
              <a:lnSpc>
                <a:spcPct val="100000"/>
              </a:lnSpc>
              <a:spcBef>
                <a:spcPts val="5"/>
              </a:spcBef>
              <a:tabLst>
                <a:tab pos="165735" algn="l"/>
              </a:tabLst>
            </a:pPr>
            <a:endParaRPr lang="en-US" sz="1200" b="1" dirty="0">
              <a:solidFill>
                <a:srgbClr val="0870B7"/>
              </a:solidFill>
              <a:latin typeface="Calibri"/>
              <a:cs typeface="Calibri"/>
            </a:endParaRPr>
          </a:p>
          <a:p>
            <a:pPr marL="12700" algn="just">
              <a:lnSpc>
                <a:spcPct val="100000"/>
              </a:lnSpc>
              <a:spcBef>
                <a:spcPts val="5"/>
              </a:spcBef>
              <a:tabLst>
                <a:tab pos="165735" algn="l"/>
              </a:tabLst>
            </a:pPr>
            <a:endParaRPr lang="en-US" sz="1200" b="1" dirty="0">
              <a:solidFill>
                <a:srgbClr val="0870B7"/>
              </a:solidFill>
              <a:latin typeface="Calibri"/>
              <a:cs typeface="Calibri"/>
            </a:endParaRPr>
          </a:p>
          <a:p>
            <a:pPr marL="12700" algn="just">
              <a:lnSpc>
                <a:spcPct val="100000"/>
              </a:lnSpc>
              <a:spcBef>
                <a:spcPts val="5"/>
              </a:spcBef>
              <a:tabLst>
                <a:tab pos="165735" algn="l"/>
              </a:tabLst>
            </a:pPr>
            <a:endParaRPr lang="en-US" sz="1200" b="1" dirty="0">
              <a:solidFill>
                <a:srgbClr val="0870B7"/>
              </a:solidFill>
              <a:latin typeface="Calibri"/>
              <a:cs typeface="Calibri"/>
            </a:endParaRPr>
          </a:p>
          <a:p>
            <a:pPr marL="12700" algn="just">
              <a:lnSpc>
                <a:spcPct val="100000"/>
              </a:lnSpc>
              <a:spcBef>
                <a:spcPts val="5"/>
              </a:spcBef>
              <a:tabLst>
                <a:tab pos="165735" algn="l"/>
              </a:tabLst>
            </a:pPr>
            <a:endParaRPr lang="en-US" sz="1200" b="1" dirty="0">
              <a:solidFill>
                <a:srgbClr val="0870B7"/>
              </a:solidFill>
              <a:latin typeface="Calibri"/>
              <a:cs typeface="Calibri"/>
            </a:endParaRPr>
          </a:p>
          <a:p>
            <a:pPr marL="12700" algn="just">
              <a:lnSpc>
                <a:spcPct val="100000"/>
              </a:lnSpc>
              <a:spcBef>
                <a:spcPts val="5"/>
              </a:spcBef>
              <a:tabLst>
                <a:tab pos="165735" algn="l"/>
              </a:tabLst>
            </a:pPr>
            <a:endParaRPr lang="en-US" sz="1200" b="1" dirty="0">
              <a:solidFill>
                <a:srgbClr val="0870B7"/>
              </a:solidFill>
              <a:latin typeface="Calibri"/>
              <a:cs typeface="Calibri"/>
            </a:endParaRPr>
          </a:p>
          <a:p>
            <a:pPr marL="12700" algn="just">
              <a:lnSpc>
                <a:spcPct val="100000"/>
              </a:lnSpc>
              <a:spcBef>
                <a:spcPts val="5"/>
              </a:spcBef>
              <a:tabLst>
                <a:tab pos="165735" algn="l"/>
              </a:tabLst>
            </a:pPr>
            <a:r>
              <a:rPr lang="en-US" sz="1200" b="1" dirty="0">
                <a:solidFill>
                  <a:srgbClr val="0870B7"/>
                </a:solidFill>
                <a:latin typeface="Calibri"/>
                <a:cs typeface="Calibri"/>
              </a:rPr>
              <a:t>3.2 </a:t>
            </a:r>
            <a:r>
              <a:rPr sz="1200" b="1" dirty="0">
                <a:solidFill>
                  <a:srgbClr val="0870B7"/>
                </a:solidFill>
                <a:latin typeface="Calibri"/>
                <a:cs typeface="Calibri"/>
              </a:rPr>
              <a:t>P</a:t>
            </a:r>
            <a:r>
              <a:rPr lang="en-US" sz="1200" b="1" dirty="0">
                <a:solidFill>
                  <a:srgbClr val="0870B7"/>
                </a:solidFill>
                <a:latin typeface="Calibri"/>
                <a:cs typeface="Calibri"/>
              </a:rPr>
              <a:t>reprocessing</a:t>
            </a:r>
          </a:p>
          <a:p>
            <a:pPr marL="12700" algn="just">
              <a:lnSpc>
                <a:spcPct val="100000"/>
              </a:lnSpc>
              <a:spcBef>
                <a:spcPts val="5"/>
              </a:spcBef>
              <a:tabLst>
                <a:tab pos="165735" algn="l"/>
              </a:tabLst>
            </a:pPr>
            <a:endParaRPr sz="1200" dirty="0">
              <a:latin typeface="Calibri"/>
              <a:cs typeface="Calibri"/>
            </a:endParaRPr>
          </a:p>
          <a:p>
            <a:r>
              <a:rPr lang="en-US" sz="1000" dirty="0"/>
              <a:t>Before training the CNN model, several preprocessing steps are applied to enhance the quality and consistency of the input images. Initially, pixel values of the images are </a:t>
            </a:r>
            <a:r>
              <a:rPr lang="en-US" sz="1000" b="1" dirty="0"/>
              <a:t>normalized from the range 0–255 to 0–1</a:t>
            </a:r>
            <a:r>
              <a:rPr lang="en-US" sz="1000" dirty="0"/>
              <a:t>, which helps in faster convergence during training and improves numerical stability.</a:t>
            </a:r>
          </a:p>
          <a:p>
            <a:r>
              <a:rPr lang="en-US" sz="1000" dirty="0"/>
              <a:t>The images are then </a:t>
            </a:r>
            <a:r>
              <a:rPr lang="en-US" sz="1000" b="1" dirty="0"/>
              <a:t>reshaped to match the CNN input format</a:t>
            </a:r>
            <a:r>
              <a:rPr lang="en-US" sz="1000" dirty="0"/>
              <a:t> required by the model. Basic noise reduction techniques and centering operations are applied to ensure that the digit is properly aligned within the image frame. These preprocessing steps reduce the impact of background noise and variations in handwriting, thereby improving feature extraction and classification accuracy.</a:t>
            </a:r>
            <a:endParaRPr lang="en-US" sz="1000" dirty="0">
              <a:latin typeface="Calibri"/>
              <a:cs typeface="Calibri"/>
            </a:endParaRPr>
          </a:p>
          <a:p>
            <a:pPr marL="12700" algn="just">
              <a:lnSpc>
                <a:spcPct val="100000"/>
              </a:lnSpc>
              <a:spcBef>
                <a:spcPts val="880"/>
              </a:spcBef>
            </a:pPr>
            <a:endParaRPr sz="1000" dirty="0">
              <a:latin typeface="Calibri"/>
              <a:cs typeface="Calibri"/>
            </a:endParaRPr>
          </a:p>
        </p:txBody>
      </p:sp>
      <p:sp>
        <p:nvSpPr>
          <p:cNvPr id="10" name="object 10"/>
          <p:cNvSpPr txBox="1">
            <a:spLocks noGrp="1"/>
          </p:cNvSpPr>
          <p:nvPr>
            <p:ph type="sldNum" sz="quarter" idx="7"/>
          </p:nvPr>
        </p:nvSpPr>
        <p:spPr>
          <a:prstGeom prst="rect">
            <a:avLst/>
          </a:prstGeom>
        </p:spPr>
        <p:txBody>
          <a:bodyPr vert="horz" wrap="square" lIns="0" tIns="0" rIns="0" bIns="0" rtlCol="0">
            <a:spAutoFit/>
          </a:bodyPr>
          <a:lstStyle/>
          <a:p>
            <a:pPr marL="12700">
              <a:lnSpc>
                <a:spcPts val="955"/>
              </a:lnSpc>
            </a:pPr>
            <a:fld id="{81D60167-4931-47E6-BA6A-407CBD079E47}" type="slidenum">
              <a:rPr spc="-25" dirty="0"/>
              <a:t>3</a:t>
            </a:fld>
            <a:endParaRPr spc="-25" dirty="0"/>
          </a:p>
        </p:txBody>
      </p:sp>
      <p:pic>
        <p:nvPicPr>
          <p:cNvPr id="11" name="object 9">
            <a:extLst>
              <a:ext uri="{FF2B5EF4-FFF2-40B4-BE49-F238E27FC236}">
                <a16:creationId xmlns:a16="http://schemas.microsoft.com/office/drawing/2014/main" id="{93D780D9-184D-52B8-F6AA-8AB435EF796F}"/>
              </a:ext>
            </a:extLst>
          </p:cNvPr>
          <p:cNvPicPr/>
          <p:nvPr/>
        </p:nvPicPr>
        <p:blipFill>
          <a:blip r:embed="rId2" cstate="print"/>
          <a:stretch>
            <a:fillRect/>
          </a:stretch>
        </p:blipFill>
        <p:spPr>
          <a:xfrm>
            <a:off x="1071880" y="3451225"/>
            <a:ext cx="5638799" cy="25908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p:nvPr/>
        </p:nvSpPr>
        <p:spPr>
          <a:xfrm>
            <a:off x="545592" y="9034272"/>
            <a:ext cx="6471285" cy="6350"/>
          </a:xfrm>
          <a:custGeom>
            <a:avLst/>
            <a:gdLst/>
            <a:ahLst/>
            <a:cxnLst/>
            <a:rect l="l" t="t" r="r" b="b"/>
            <a:pathLst>
              <a:path w="6471284" h="6350">
                <a:moveTo>
                  <a:pt x="2896222" y="0"/>
                </a:moveTo>
                <a:lnTo>
                  <a:pt x="2890139" y="0"/>
                </a:lnTo>
                <a:lnTo>
                  <a:pt x="0" y="0"/>
                </a:lnTo>
                <a:lnTo>
                  <a:pt x="0" y="6096"/>
                </a:lnTo>
                <a:lnTo>
                  <a:pt x="2890139" y="6096"/>
                </a:lnTo>
                <a:lnTo>
                  <a:pt x="2896222" y="6096"/>
                </a:lnTo>
                <a:lnTo>
                  <a:pt x="2896222" y="0"/>
                </a:lnTo>
                <a:close/>
              </a:path>
              <a:path w="6471284" h="6350">
                <a:moveTo>
                  <a:pt x="5937123" y="0"/>
                </a:moveTo>
                <a:lnTo>
                  <a:pt x="3257677" y="0"/>
                </a:lnTo>
                <a:lnTo>
                  <a:pt x="3251631" y="0"/>
                </a:lnTo>
                <a:lnTo>
                  <a:pt x="2896235" y="0"/>
                </a:lnTo>
                <a:lnTo>
                  <a:pt x="2896235" y="6096"/>
                </a:lnTo>
                <a:lnTo>
                  <a:pt x="3251581" y="6096"/>
                </a:lnTo>
                <a:lnTo>
                  <a:pt x="3257677" y="6096"/>
                </a:lnTo>
                <a:lnTo>
                  <a:pt x="5937123" y="6096"/>
                </a:lnTo>
                <a:lnTo>
                  <a:pt x="5937123" y="0"/>
                </a:lnTo>
                <a:close/>
              </a:path>
              <a:path w="6471284" h="6350">
                <a:moveTo>
                  <a:pt x="6470955" y="0"/>
                </a:moveTo>
                <a:lnTo>
                  <a:pt x="5943346" y="0"/>
                </a:lnTo>
                <a:lnTo>
                  <a:pt x="5937250" y="0"/>
                </a:lnTo>
                <a:lnTo>
                  <a:pt x="5937250" y="6096"/>
                </a:lnTo>
                <a:lnTo>
                  <a:pt x="5943346" y="6096"/>
                </a:lnTo>
                <a:lnTo>
                  <a:pt x="6470955" y="6096"/>
                </a:lnTo>
                <a:lnTo>
                  <a:pt x="6470955" y="0"/>
                </a:lnTo>
                <a:close/>
              </a:path>
            </a:pathLst>
          </a:custGeom>
          <a:solidFill>
            <a:srgbClr val="0870B7"/>
          </a:solidFill>
        </p:spPr>
        <p:txBody>
          <a:bodyPr wrap="square" lIns="0" tIns="0" rIns="0" bIns="0" rtlCol="0"/>
          <a:lstStyle/>
          <a:p>
            <a:endParaRPr/>
          </a:p>
        </p:txBody>
      </p:sp>
      <p:sp>
        <p:nvSpPr>
          <p:cNvPr id="6" name="object 6"/>
          <p:cNvSpPr/>
          <p:nvPr/>
        </p:nvSpPr>
        <p:spPr>
          <a:xfrm>
            <a:off x="538480" y="458978"/>
            <a:ext cx="6480175" cy="0"/>
          </a:xfrm>
          <a:custGeom>
            <a:avLst/>
            <a:gdLst/>
            <a:ahLst/>
            <a:cxnLst/>
            <a:rect l="l" t="t" r="r" b="b"/>
            <a:pathLst>
              <a:path w="6480175">
                <a:moveTo>
                  <a:pt x="0" y="0"/>
                </a:moveTo>
                <a:lnTo>
                  <a:pt x="6480175" y="0"/>
                </a:lnTo>
              </a:path>
            </a:pathLst>
          </a:custGeom>
          <a:ln w="19050">
            <a:solidFill>
              <a:srgbClr val="0870B7"/>
            </a:solidFill>
          </a:ln>
        </p:spPr>
        <p:txBody>
          <a:bodyPr wrap="square" lIns="0" tIns="0" rIns="0" bIns="0" rtlCol="0"/>
          <a:lstStyle/>
          <a:p>
            <a:endParaRPr/>
          </a:p>
        </p:txBody>
      </p:sp>
      <p:sp>
        <p:nvSpPr>
          <p:cNvPr id="7" name="object 7"/>
          <p:cNvSpPr txBox="1"/>
          <p:nvPr/>
        </p:nvSpPr>
        <p:spPr>
          <a:xfrm>
            <a:off x="528319" y="477610"/>
            <a:ext cx="6509384" cy="3768852"/>
          </a:xfrm>
          <a:prstGeom prst="rect">
            <a:avLst/>
          </a:prstGeom>
        </p:spPr>
        <p:txBody>
          <a:bodyPr vert="horz" wrap="square" lIns="0" tIns="12700" rIns="0" bIns="0" rtlCol="0">
            <a:spAutoFit/>
          </a:bodyPr>
          <a:lstStyle/>
          <a:p>
            <a:pPr marL="12700" marR="5080" algn="just">
              <a:lnSpc>
                <a:spcPct val="125000"/>
              </a:lnSpc>
              <a:spcBef>
                <a:spcPts val="580"/>
              </a:spcBef>
            </a:pPr>
            <a:endParaRPr lang="en-IN" sz="1000" spc="-25" dirty="0">
              <a:latin typeface="Calibri"/>
              <a:cs typeface="Calibri"/>
            </a:endParaRPr>
          </a:p>
          <a:p>
            <a:pPr marL="12700" algn="just">
              <a:lnSpc>
                <a:spcPct val="250000"/>
              </a:lnSpc>
              <a:spcBef>
                <a:spcPts val="880"/>
              </a:spcBef>
            </a:pPr>
            <a:r>
              <a:rPr lang="en-US" sz="1000" b="1" dirty="0">
                <a:solidFill>
                  <a:srgbClr val="0870B7"/>
                </a:solidFill>
                <a:latin typeface="Calibri"/>
                <a:cs typeface="Calibri"/>
              </a:rPr>
              <a:t>3.3 </a:t>
            </a:r>
            <a:r>
              <a:rPr lang="en-US" sz="1200" b="1" dirty="0">
                <a:solidFill>
                  <a:srgbClr val="0870B7"/>
                </a:solidFill>
                <a:latin typeface="Calibri"/>
                <a:cs typeface="Calibri"/>
              </a:rPr>
              <a:t>Convolutional Neural Network Architecture</a:t>
            </a:r>
            <a:endParaRPr lang="en-US" sz="1200" dirty="0">
              <a:latin typeface="Calibri"/>
              <a:cs typeface="Calibri"/>
            </a:endParaRPr>
          </a:p>
          <a:p>
            <a:r>
              <a:rPr lang="en-US" sz="1000" dirty="0"/>
              <a:t>The proposed system employs a </a:t>
            </a:r>
            <a:r>
              <a:rPr lang="en-US" sz="1000" b="1" dirty="0"/>
              <a:t>Convolutional Neural Network (CNN)</a:t>
            </a:r>
            <a:r>
              <a:rPr lang="en-US" sz="1000" dirty="0"/>
              <a:t> architecture designed to automatically extract spatial and hierarchical features from handwritten digit images. The architecture consists of </a:t>
            </a:r>
            <a:r>
              <a:rPr lang="en-US" sz="1000" b="1" dirty="0"/>
              <a:t>two convolutional layers</a:t>
            </a:r>
            <a:r>
              <a:rPr lang="en-US" sz="1000" dirty="0"/>
              <a:t> with </a:t>
            </a:r>
            <a:r>
              <a:rPr lang="en-US" sz="1000" b="1" dirty="0" err="1"/>
              <a:t>ReLU</a:t>
            </a:r>
            <a:r>
              <a:rPr lang="en-US" sz="1000" b="1" dirty="0"/>
              <a:t> activation functions</a:t>
            </a:r>
            <a:r>
              <a:rPr lang="en-US" sz="1000" dirty="0"/>
              <a:t>, which help in detecting edges, curves, and stroke patterns present in the digits.</a:t>
            </a:r>
          </a:p>
          <a:p>
            <a:endParaRPr lang="en-US" sz="1000" dirty="0"/>
          </a:p>
          <a:p>
            <a:r>
              <a:rPr lang="en-US" sz="1000" dirty="0"/>
              <a:t>Following the convolutional layers, </a:t>
            </a:r>
            <a:r>
              <a:rPr lang="en-US" sz="1000" b="1" dirty="0"/>
              <a:t>max-pooling layers</a:t>
            </a:r>
            <a:r>
              <a:rPr lang="en-US" sz="1000" dirty="0"/>
              <a:t> are used to reduce spatial dimensions and computational complexity while retaining the most important features. </a:t>
            </a:r>
            <a:r>
              <a:rPr lang="en-US" sz="1000" b="1" dirty="0"/>
              <a:t>Dropout layers</a:t>
            </a:r>
            <a:r>
              <a:rPr lang="en-US" sz="1000" dirty="0"/>
              <a:t> are incorporated to prevent overfitting by randomly deactivating neurons during training.</a:t>
            </a:r>
          </a:p>
          <a:p>
            <a:endParaRPr lang="en-US" sz="1000" dirty="0"/>
          </a:p>
          <a:p>
            <a:r>
              <a:rPr lang="en-US" sz="1000" dirty="0"/>
              <a:t>The extracted feature maps are then passed to </a:t>
            </a:r>
            <a:r>
              <a:rPr lang="en-US" sz="1000" b="1" dirty="0"/>
              <a:t>fully connected dense layers</a:t>
            </a:r>
            <a:r>
              <a:rPr lang="en-US" sz="1000" dirty="0"/>
              <a:t>, which perform high-level reasoning and classification. The final layer uses a </a:t>
            </a:r>
            <a:r>
              <a:rPr lang="en-US" sz="1000" b="1" dirty="0" err="1"/>
              <a:t>softmax</a:t>
            </a:r>
            <a:r>
              <a:rPr lang="en-US" sz="1000" b="1" dirty="0"/>
              <a:t> activation function</a:t>
            </a:r>
            <a:r>
              <a:rPr lang="en-US" sz="1000" dirty="0"/>
              <a:t> to classify the input image into one of the </a:t>
            </a:r>
            <a:r>
              <a:rPr lang="en-US" sz="1000" b="1" dirty="0"/>
              <a:t>ten digit classes (0–9)</a:t>
            </a:r>
            <a:r>
              <a:rPr lang="en-US" sz="1000" dirty="0"/>
              <a:t>.</a:t>
            </a:r>
          </a:p>
          <a:p>
            <a:endParaRPr lang="en-US" sz="1000" dirty="0"/>
          </a:p>
          <a:p>
            <a:r>
              <a:rPr lang="en-US" sz="1000" dirty="0"/>
              <a:t>The network is trained using the </a:t>
            </a:r>
            <a:r>
              <a:rPr lang="en-US" sz="1000" b="1" dirty="0"/>
              <a:t>Adam optimizer</a:t>
            </a:r>
            <a:r>
              <a:rPr lang="en-US" sz="1000" dirty="0"/>
              <a:t> with </a:t>
            </a:r>
            <a:r>
              <a:rPr lang="en-US" sz="1000" b="1" dirty="0"/>
              <a:t>categorical cross-entropy loss</a:t>
            </a:r>
            <a:r>
              <a:rPr lang="en-US" sz="1000" dirty="0"/>
              <a:t>, which provides efficient optimization and faster convergence for multi-class classification tasks.</a:t>
            </a:r>
          </a:p>
          <a:p>
            <a:endParaRPr lang="en-US" sz="1000" dirty="0">
              <a:latin typeface="Calibri"/>
              <a:cs typeface="Calibri"/>
            </a:endParaRPr>
          </a:p>
          <a:p>
            <a:pPr marL="12700" algn="just">
              <a:lnSpc>
                <a:spcPct val="100000"/>
              </a:lnSpc>
              <a:spcBef>
                <a:spcPts val="880"/>
              </a:spcBef>
            </a:pPr>
            <a:endParaRPr lang="en-US" sz="1000" dirty="0">
              <a:latin typeface="Calibri"/>
              <a:cs typeface="Calibri"/>
            </a:endParaRPr>
          </a:p>
          <a:p>
            <a:pPr marL="12700" marR="5080" algn="just">
              <a:lnSpc>
                <a:spcPct val="125000"/>
              </a:lnSpc>
              <a:spcBef>
                <a:spcPts val="580"/>
              </a:spcBef>
            </a:pPr>
            <a:endParaRPr sz="1000" dirty="0">
              <a:latin typeface="Calibri"/>
              <a:cs typeface="Calibri"/>
            </a:endParaRPr>
          </a:p>
        </p:txBody>
      </p:sp>
      <p:sp>
        <p:nvSpPr>
          <p:cNvPr id="10" name="object 10"/>
          <p:cNvSpPr txBox="1">
            <a:spLocks noGrp="1"/>
          </p:cNvSpPr>
          <p:nvPr>
            <p:ph type="sldNum" sz="quarter" idx="7"/>
          </p:nvPr>
        </p:nvSpPr>
        <p:spPr>
          <a:prstGeom prst="rect">
            <a:avLst/>
          </a:prstGeom>
        </p:spPr>
        <p:txBody>
          <a:bodyPr vert="horz" wrap="square" lIns="0" tIns="0" rIns="0" bIns="0" rtlCol="0">
            <a:spAutoFit/>
          </a:bodyPr>
          <a:lstStyle/>
          <a:p>
            <a:pPr marL="12700">
              <a:lnSpc>
                <a:spcPts val="955"/>
              </a:lnSpc>
            </a:pPr>
            <a:fld id="{81D60167-4931-47E6-BA6A-407CBD079E47}" type="slidenum">
              <a:rPr spc="-25" dirty="0"/>
              <a:t>4</a:t>
            </a:fld>
            <a:endParaRPr spc="-25" dirty="0"/>
          </a:p>
        </p:txBody>
      </p:sp>
      <p:grpSp>
        <p:nvGrpSpPr>
          <p:cNvPr id="11" name="object 9">
            <a:extLst>
              <a:ext uri="{FF2B5EF4-FFF2-40B4-BE49-F238E27FC236}">
                <a16:creationId xmlns:a16="http://schemas.microsoft.com/office/drawing/2014/main" id="{0C6FE9A5-E04D-D220-E9F8-1182318862EC}"/>
              </a:ext>
            </a:extLst>
          </p:cNvPr>
          <p:cNvGrpSpPr/>
          <p:nvPr/>
        </p:nvGrpSpPr>
        <p:grpSpPr>
          <a:xfrm>
            <a:off x="663575" y="4222649"/>
            <a:ext cx="6229350" cy="3522345"/>
            <a:chOff x="787758" y="918332"/>
            <a:chExt cx="6229350" cy="3522345"/>
          </a:xfrm>
        </p:grpSpPr>
        <p:pic>
          <p:nvPicPr>
            <p:cNvPr id="12" name="object 10">
              <a:extLst>
                <a:ext uri="{FF2B5EF4-FFF2-40B4-BE49-F238E27FC236}">
                  <a16:creationId xmlns:a16="http://schemas.microsoft.com/office/drawing/2014/main" id="{38C423E9-49C4-823B-8B45-FECE4622259B}"/>
                </a:ext>
              </a:extLst>
            </p:cNvPr>
            <p:cNvPicPr/>
            <p:nvPr/>
          </p:nvPicPr>
          <p:blipFill>
            <a:blip r:embed="rId2" cstate="print"/>
            <a:stretch>
              <a:fillRect/>
            </a:stretch>
          </p:blipFill>
          <p:spPr>
            <a:xfrm>
              <a:off x="787758" y="918332"/>
              <a:ext cx="6228887" cy="3521720"/>
            </a:xfrm>
            <a:prstGeom prst="rect">
              <a:avLst/>
            </a:prstGeom>
          </p:spPr>
        </p:pic>
        <p:pic>
          <p:nvPicPr>
            <p:cNvPr id="13" name="object 11">
              <a:extLst>
                <a:ext uri="{FF2B5EF4-FFF2-40B4-BE49-F238E27FC236}">
                  <a16:creationId xmlns:a16="http://schemas.microsoft.com/office/drawing/2014/main" id="{2806CA41-0D55-A440-65F3-D2C82C742A03}"/>
                </a:ext>
              </a:extLst>
            </p:cNvPr>
            <p:cNvPicPr/>
            <p:nvPr/>
          </p:nvPicPr>
          <p:blipFill>
            <a:blip r:embed="rId3" cstate="print"/>
            <a:stretch>
              <a:fillRect/>
            </a:stretch>
          </p:blipFill>
          <p:spPr>
            <a:xfrm>
              <a:off x="946785" y="1035050"/>
              <a:ext cx="5731510" cy="3065779"/>
            </a:xfrm>
            <a:prstGeom prst="rect">
              <a:avLst/>
            </a:prstGeom>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p:nvPr/>
        </p:nvSpPr>
        <p:spPr>
          <a:xfrm>
            <a:off x="545592" y="9034272"/>
            <a:ext cx="6471285" cy="6350"/>
          </a:xfrm>
          <a:custGeom>
            <a:avLst/>
            <a:gdLst/>
            <a:ahLst/>
            <a:cxnLst/>
            <a:rect l="l" t="t" r="r" b="b"/>
            <a:pathLst>
              <a:path w="6471284" h="6350">
                <a:moveTo>
                  <a:pt x="2896222" y="0"/>
                </a:moveTo>
                <a:lnTo>
                  <a:pt x="2890139" y="0"/>
                </a:lnTo>
                <a:lnTo>
                  <a:pt x="0" y="0"/>
                </a:lnTo>
                <a:lnTo>
                  <a:pt x="0" y="6096"/>
                </a:lnTo>
                <a:lnTo>
                  <a:pt x="2890139" y="6096"/>
                </a:lnTo>
                <a:lnTo>
                  <a:pt x="2896222" y="6096"/>
                </a:lnTo>
                <a:lnTo>
                  <a:pt x="2896222" y="0"/>
                </a:lnTo>
                <a:close/>
              </a:path>
              <a:path w="6471284" h="6350">
                <a:moveTo>
                  <a:pt x="5937123" y="0"/>
                </a:moveTo>
                <a:lnTo>
                  <a:pt x="3257677" y="0"/>
                </a:lnTo>
                <a:lnTo>
                  <a:pt x="3251631" y="0"/>
                </a:lnTo>
                <a:lnTo>
                  <a:pt x="2896235" y="0"/>
                </a:lnTo>
                <a:lnTo>
                  <a:pt x="2896235" y="6096"/>
                </a:lnTo>
                <a:lnTo>
                  <a:pt x="3251581" y="6096"/>
                </a:lnTo>
                <a:lnTo>
                  <a:pt x="3257677" y="6096"/>
                </a:lnTo>
                <a:lnTo>
                  <a:pt x="5937123" y="6096"/>
                </a:lnTo>
                <a:lnTo>
                  <a:pt x="5937123" y="0"/>
                </a:lnTo>
                <a:close/>
              </a:path>
              <a:path w="6471284" h="6350">
                <a:moveTo>
                  <a:pt x="6470955" y="0"/>
                </a:moveTo>
                <a:lnTo>
                  <a:pt x="5943346" y="0"/>
                </a:lnTo>
                <a:lnTo>
                  <a:pt x="5937250" y="0"/>
                </a:lnTo>
                <a:lnTo>
                  <a:pt x="5937250" y="6096"/>
                </a:lnTo>
                <a:lnTo>
                  <a:pt x="5943346" y="6096"/>
                </a:lnTo>
                <a:lnTo>
                  <a:pt x="6470955" y="6096"/>
                </a:lnTo>
                <a:lnTo>
                  <a:pt x="6470955" y="0"/>
                </a:lnTo>
                <a:close/>
              </a:path>
            </a:pathLst>
          </a:custGeom>
          <a:solidFill>
            <a:srgbClr val="0870B7"/>
          </a:solidFill>
        </p:spPr>
        <p:txBody>
          <a:bodyPr wrap="square" lIns="0" tIns="0" rIns="0" bIns="0" rtlCol="0"/>
          <a:lstStyle/>
          <a:p>
            <a:endParaRPr/>
          </a:p>
        </p:txBody>
      </p:sp>
      <p:sp>
        <p:nvSpPr>
          <p:cNvPr id="6" name="object 6"/>
          <p:cNvSpPr/>
          <p:nvPr/>
        </p:nvSpPr>
        <p:spPr>
          <a:xfrm>
            <a:off x="538480" y="458978"/>
            <a:ext cx="6480175" cy="0"/>
          </a:xfrm>
          <a:custGeom>
            <a:avLst/>
            <a:gdLst/>
            <a:ahLst/>
            <a:cxnLst/>
            <a:rect l="l" t="t" r="r" b="b"/>
            <a:pathLst>
              <a:path w="6480175">
                <a:moveTo>
                  <a:pt x="0" y="0"/>
                </a:moveTo>
                <a:lnTo>
                  <a:pt x="6480175" y="0"/>
                </a:lnTo>
              </a:path>
            </a:pathLst>
          </a:custGeom>
          <a:ln w="19050">
            <a:solidFill>
              <a:srgbClr val="0870B7"/>
            </a:solidFill>
          </a:ln>
        </p:spPr>
        <p:txBody>
          <a:bodyPr wrap="square" lIns="0" tIns="0" rIns="0" bIns="0" rtlCol="0"/>
          <a:lstStyle/>
          <a:p>
            <a:endParaRPr/>
          </a:p>
        </p:txBody>
      </p:sp>
      <p:sp>
        <p:nvSpPr>
          <p:cNvPr id="7" name="object 7"/>
          <p:cNvSpPr txBox="1"/>
          <p:nvPr/>
        </p:nvSpPr>
        <p:spPr>
          <a:xfrm>
            <a:off x="528319" y="857148"/>
            <a:ext cx="6503034" cy="1628651"/>
          </a:xfrm>
          <a:prstGeom prst="rect">
            <a:avLst/>
          </a:prstGeom>
        </p:spPr>
        <p:txBody>
          <a:bodyPr vert="horz" wrap="square" lIns="0" tIns="12700" rIns="0" bIns="0" rtlCol="0">
            <a:spAutoFit/>
          </a:bodyPr>
          <a:lstStyle/>
          <a:p>
            <a:pPr>
              <a:lnSpc>
                <a:spcPct val="100000"/>
              </a:lnSpc>
              <a:spcBef>
                <a:spcPts val="20"/>
              </a:spcBef>
            </a:pPr>
            <a:endParaRPr sz="1000" dirty="0">
              <a:latin typeface="Calibri"/>
              <a:cs typeface="Calibri"/>
            </a:endParaRPr>
          </a:p>
          <a:p>
            <a:pPr marL="12700">
              <a:lnSpc>
                <a:spcPct val="100000"/>
              </a:lnSpc>
              <a:spcBef>
                <a:spcPts val="5"/>
              </a:spcBef>
            </a:pPr>
            <a:r>
              <a:rPr lang="en-US" sz="1400" b="1" dirty="0">
                <a:solidFill>
                  <a:srgbClr val="0870B7"/>
                </a:solidFill>
                <a:latin typeface="Calibri"/>
                <a:cs typeface="Calibri"/>
              </a:rPr>
              <a:t>4</a:t>
            </a:r>
            <a:r>
              <a:rPr sz="1400" b="1" dirty="0">
                <a:solidFill>
                  <a:srgbClr val="0870B7"/>
                </a:solidFill>
                <a:latin typeface="Calibri"/>
                <a:cs typeface="Calibri"/>
              </a:rPr>
              <a:t>.</a:t>
            </a:r>
            <a:r>
              <a:rPr sz="1400" b="1" spc="-25" dirty="0">
                <a:solidFill>
                  <a:srgbClr val="0870B7"/>
                </a:solidFill>
                <a:latin typeface="Calibri"/>
                <a:cs typeface="Calibri"/>
              </a:rPr>
              <a:t> </a:t>
            </a:r>
            <a:r>
              <a:rPr lang="en-US" sz="1400" b="1" spc="-10" dirty="0">
                <a:solidFill>
                  <a:srgbClr val="0870B7"/>
                </a:solidFill>
                <a:latin typeface="Calibri"/>
                <a:cs typeface="Calibri"/>
              </a:rPr>
              <a:t>Experimental Result</a:t>
            </a:r>
          </a:p>
          <a:p>
            <a:pPr marL="12700">
              <a:lnSpc>
                <a:spcPct val="100000"/>
              </a:lnSpc>
              <a:spcBef>
                <a:spcPts val="5"/>
              </a:spcBef>
            </a:pPr>
            <a:endParaRPr lang="en-IN" sz="1100" b="1" spc="-10" dirty="0">
              <a:solidFill>
                <a:srgbClr val="0870B7"/>
              </a:solidFill>
              <a:latin typeface="Calibri"/>
              <a:cs typeface="Calibri"/>
            </a:endParaRPr>
          </a:p>
          <a:p>
            <a:pPr marL="12700">
              <a:lnSpc>
                <a:spcPct val="100000"/>
              </a:lnSpc>
              <a:spcBef>
                <a:spcPts val="5"/>
              </a:spcBef>
            </a:pPr>
            <a:endParaRPr lang="en-IN" sz="1200" b="1" spc="-10" dirty="0">
              <a:solidFill>
                <a:srgbClr val="0870B7"/>
              </a:solidFill>
              <a:latin typeface="Calibri"/>
              <a:cs typeface="Calibri"/>
            </a:endParaRPr>
          </a:p>
          <a:p>
            <a:pPr marL="12700">
              <a:lnSpc>
                <a:spcPct val="100000"/>
              </a:lnSpc>
              <a:spcBef>
                <a:spcPts val="5"/>
              </a:spcBef>
            </a:pPr>
            <a:r>
              <a:rPr lang="en-US" sz="1200" dirty="0"/>
              <a:t>The model was trained for 30 epochs with a batch size of 128. On the MNIST test set, the network achieved an accuracy of </a:t>
            </a:r>
            <a:r>
              <a:rPr lang="en-US" sz="1200" b="1" dirty="0"/>
              <a:t>99.00%</a:t>
            </a:r>
            <a:r>
              <a:rPr lang="en-US" sz="1200" dirty="0"/>
              <a:t>. Precision, recall, and F1-score were consistently high across all classes, with minimal confusion between similar digits.</a:t>
            </a:r>
            <a:endParaRPr lang="en-IN" sz="1200" b="1" spc="-10" dirty="0">
              <a:solidFill>
                <a:srgbClr val="0870B7"/>
              </a:solidFill>
              <a:latin typeface="Calibri"/>
              <a:cs typeface="Calibri"/>
            </a:endParaRPr>
          </a:p>
          <a:p>
            <a:pPr marL="12700">
              <a:lnSpc>
                <a:spcPct val="100000"/>
              </a:lnSpc>
              <a:spcBef>
                <a:spcPts val="5"/>
              </a:spcBef>
            </a:pPr>
            <a:endParaRPr lang="en-IN" sz="1100" b="1" spc="-10" dirty="0">
              <a:solidFill>
                <a:srgbClr val="0870B7"/>
              </a:solidFill>
              <a:latin typeface="Calibri"/>
              <a:cs typeface="Calibri"/>
            </a:endParaRPr>
          </a:p>
          <a:p>
            <a:pPr marL="12700">
              <a:lnSpc>
                <a:spcPct val="100000"/>
              </a:lnSpc>
              <a:spcBef>
                <a:spcPts val="5"/>
              </a:spcBef>
            </a:pPr>
            <a:endParaRPr sz="1100" dirty="0">
              <a:latin typeface="Calibri"/>
              <a:cs typeface="Calibri"/>
            </a:endParaRPr>
          </a:p>
        </p:txBody>
      </p:sp>
      <p:sp>
        <p:nvSpPr>
          <p:cNvPr id="12" name="object 12"/>
          <p:cNvSpPr txBox="1">
            <a:spLocks noGrp="1"/>
          </p:cNvSpPr>
          <p:nvPr>
            <p:ph type="sldNum" sz="quarter" idx="7"/>
          </p:nvPr>
        </p:nvSpPr>
        <p:spPr>
          <a:prstGeom prst="rect">
            <a:avLst/>
          </a:prstGeom>
        </p:spPr>
        <p:txBody>
          <a:bodyPr vert="horz" wrap="square" lIns="0" tIns="0" rIns="0" bIns="0" rtlCol="0">
            <a:spAutoFit/>
          </a:bodyPr>
          <a:lstStyle/>
          <a:p>
            <a:pPr marL="12700">
              <a:lnSpc>
                <a:spcPts val="955"/>
              </a:lnSpc>
            </a:pPr>
            <a:fld id="{81D60167-4931-47E6-BA6A-407CBD079E47}" type="slidenum">
              <a:rPr spc="-25" dirty="0"/>
              <a:t>5</a:t>
            </a:fld>
            <a:endParaRPr spc="-25" dirty="0"/>
          </a:p>
        </p:txBody>
      </p:sp>
      <p:pic>
        <p:nvPicPr>
          <p:cNvPr id="14" name="Picture 13">
            <a:extLst>
              <a:ext uri="{FF2B5EF4-FFF2-40B4-BE49-F238E27FC236}">
                <a16:creationId xmlns:a16="http://schemas.microsoft.com/office/drawing/2014/main" id="{9747A5E6-6CAC-0C87-BB18-4809606D9A4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2489" y="2209800"/>
            <a:ext cx="5766561" cy="3269969"/>
          </a:xfrm>
          <a:prstGeom prst="rect">
            <a:avLst/>
          </a:prstGeom>
        </p:spPr>
      </p:pic>
      <p:pic>
        <p:nvPicPr>
          <p:cNvPr id="15" name="object 11">
            <a:extLst>
              <a:ext uri="{FF2B5EF4-FFF2-40B4-BE49-F238E27FC236}">
                <a16:creationId xmlns:a16="http://schemas.microsoft.com/office/drawing/2014/main" id="{CBFF42D7-4133-82B8-8851-82B9A9763511}"/>
              </a:ext>
            </a:extLst>
          </p:cNvPr>
          <p:cNvPicPr/>
          <p:nvPr/>
        </p:nvPicPr>
        <p:blipFill>
          <a:blip r:embed="rId3" cstate="print"/>
          <a:stretch>
            <a:fillRect/>
          </a:stretch>
        </p:blipFill>
        <p:spPr>
          <a:xfrm>
            <a:off x="882650" y="5562600"/>
            <a:ext cx="5257800" cy="2588641"/>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p:nvPr/>
        </p:nvSpPr>
        <p:spPr>
          <a:xfrm>
            <a:off x="545592" y="9034272"/>
            <a:ext cx="6471285" cy="6350"/>
          </a:xfrm>
          <a:custGeom>
            <a:avLst/>
            <a:gdLst/>
            <a:ahLst/>
            <a:cxnLst/>
            <a:rect l="l" t="t" r="r" b="b"/>
            <a:pathLst>
              <a:path w="6471284" h="6350">
                <a:moveTo>
                  <a:pt x="2896222" y="0"/>
                </a:moveTo>
                <a:lnTo>
                  <a:pt x="2890139" y="0"/>
                </a:lnTo>
                <a:lnTo>
                  <a:pt x="0" y="0"/>
                </a:lnTo>
                <a:lnTo>
                  <a:pt x="0" y="6096"/>
                </a:lnTo>
                <a:lnTo>
                  <a:pt x="2890139" y="6096"/>
                </a:lnTo>
                <a:lnTo>
                  <a:pt x="2896222" y="6096"/>
                </a:lnTo>
                <a:lnTo>
                  <a:pt x="2896222" y="0"/>
                </a:lnTo>
                <a:close/>
              </a:path>
              <a:path w="6471284" h="6350">
                <a:moveTo>
                  <a:pt x="5937123" y="0"/>
                </a:moveTo>
                <a:lnTo>
                  <a:pt x="3257677" y="0"/>
                </a:lnTo>
                <a:lnTo>
                  <a:pt x="3251631" y="0"/>
                </a:lnTo>
                <a:lnTo>
                  <a:pt x="2896235" y="0"/>
                </a:lnTo>
                <a:lnTo>
                  <a:pt x="2896235" y="6096"/>
                </a:lnTo>
                <a:lnTo>
                  <a:pt x="3251581" y="6096"/>
                </a:lnTo>
                <a:lnTo>
                  <a:pt x="3257677" y="6096"/>
                </a:lnTo>
                <a:lnTo>
                  <a:pt x="5937123" y="6096"/>
                </a:lnTo>
                <a:lnTo>
                  <a:pt x="5937123" y="0"/>
                </a:lnTo>
                <a:close/>
              </a:path>
              <a:path w="6471284" h="6350">
                <a:moveTo>
                  <a:pt x="6470955" y="0"/>
                </a:moveTo>
                <a:lnTo>
                  <a:pt x="5943346" y="0"/>
                </a:lnTo>
                <a:lnTo>
                  <a:pt x="5937250" y="0"/>
                </a:lnTo>
                <a:lnTo>
                  <a:pt x="5937250" y="6096"/>
                </a:lnTo>
                <a:lnTo>
                  <a:pt x="5943346" y="6096"/>
                </a:lnTo>
                <a:lnTo>
                  <a:pt x="6470955" y="6096"/>
                </a:lnTo>
                <a:lnTo>
                  <a:pt x="6470955" y="0"/>
                </a:lnTo>
                <a:close/>
              </a:path>
            </a:pathLst>
          </a:custGeom>
          <a:solidFill>
            <a:srgbClr val="0870B7"/>
          </a:solidFill>
        </p:spPr>
        <p:txBody>
          <a:bodyPr wrap="square" lIns="0" tIns="0" rIns="0" bIns="0" rtlCol="0"/>
          <a:lstStyle/>
          <a:p>
            <a:endParaRPr/>
          </a:p>
        </p:txBody>
      </p:sp>
      <p:sp>
        <p:nvSpPr>
          <p:cNvPr id="6" name="object 6"/>
          <p:cNvSpPr/>
          <p:nvPr/>
        </p:nvSpPr>
        <p:spPr>
          <a:xfrm>
            <a:off x="538480" y="458978"/>
            <a:ext cx="6480175" cy="0"/>
          </a:xfrm>
          <a:custGeom>
            <a:avLst/>
            <a:gdLst/>
            <a:ahLst/>
            <a:cxnLst/>
            <a:rect l="l" t="t" r="r" b="b"/>
            <a:pathLst>
              <a:path w="6480175">
                <a:moveTo>
                  <a:pt x="0" y="0"/>
                </a:moveTo>
                <a:lnTo>
                  <a:pt x="6480175" y="0"/>
                </a:lnTo>
              </a:path>
            </a:pathLst>
          </a:custGeom>
          <a:ln w="19050">
            <a:solidFill>
              <a:srgbClr val="0870B7"/>
            </a:solidFill>
          </a:ln>
        </p:spPr>
        <p:txBody>
          <a:bodyPr wrap="square" lIns="0" tIns="0" rIns="0" bIns="0" rtlCol="0"/>
          <a:lstStyle/>
          <a:p>
            <a:endParaRPr/>
          </a:p>
        </p:txBody>
      </p:sp>
      <p:sp>
        <p:nvSpPr>
          <p:cNvPr id="8" name="object 8"/>
          <p:cNvSpPr txBox="1"/>
          <p:nvPr/>
        </p:nvSpPr>
        <p:spPr>
          <a:xfrm>
            <a:off x="472439" y="691744"/>
            <a:ext cx="6510020" cy="8599149"/>
          </a:xfrm>
          <a:prstGeom prst="rect">
            <a:avLst/>
          </a:prstGeom>
        </p:spPr>
        <p:txBody>
          <a:bodyPr vert="horz" wrap="square" lIns="0" tIns="12065" rIns="0" bIns="0" rtlCol="0">
            <a:spAutoFit/>
          </a:bodyPr>
          <a:lstStyle/>
          <a:p>
            <a:pPr>
              <a:lnSpc>
                <a:spcPct val="100000"/>
              </a:lnSpc>
              <a:spcBef>
                <a:spcPts val="160"/>
              </a:spcBef>
            </a:pPr>
            <a:endParaRPr sz="1000" dirty="0">
              <a:latin typeface="Calibri"/>
              <a:cs typeface="Calibri"/>
            </a:endParaRPr>
          </a:p>
          <a:p>
            <a:pPr marL="12700" algn="just">
              <a:lnSpc>
                <a:spcPct val="100000"/>
              </a:lnSpc>
              <a:spcBef>
                <a:spcPts val="5"/>
              </a:spcBef>
              <a:tabLst>
                <a:tab pos="165735" algn="l"/>
              </a:tabLst>
            </a:pPr>
            <a:r>
              <a:rPr lang="en-US" sz="1200" b="1" spc="-10" dirty="0">
                <a:solidFill>
                  <a:srgbClr val="0870B7"/>
                </a:solidFill>
                <a:latin typeface="Calibri"/>
                <a:cs typeface="Calibri"/>
              </a:rPr>
              <a:t>5</a:t>
            </a:r>
            <a:r>
              <a:rPr lang="en-US" sz="1400" b="1" spc="-10" dirty="0">
                <a:solidFill>
                  <a:srgbClr val="0870B7"/>
                </a:solidFill>
                <a:latin typeface="Calibri"/>
                <a:cs typeface="Calibri"/>
              </a:rPr>
              <a:t>. </a:t>
            </a:r>
            <a:r>
              <a:rPr sz="1400" b="1" spc="-10" dirty="0">
                <a:solidFill>
                  <a:srgbClr val="0870B7"/>
                </a:solidFill>
                <a:latin typeface="Calibri"/>
                <a:cs typeface="Calibri"/>
              </a:rPr>
              <a:t>Applications</a:t>
            </a:r>
            <a:endParaRPr sz="1400" dirty="0">
              <a:latin typeface="Calibri"/>
              <a:cs typeface="Calibri"/>
            </a:endParaRPr>
          </a:p>
          <a:p>
            <a:pPr marL="12700" algn="just">
              <a:lnSpc>
                <a:spcPct val="100000"/>
              </a:lnSpc>
              <a:spcBef>
                <a:spcPts val="880"/>
              </a:spcBef>
            </a:pPr>
            <a:r>
              <a:rPr sz="1100" dirty="0">
                <a:latin typeface="Calibri"/>
                <a:cs typeface="Calibri"/>
              </a:rPr>
              <a:t>Some</a:t>
            </a:r>
            <a:r>
              <a:rPr sz="1100" spc="-25" dirty="0">
                <a:latin typeface="Calibri"/>
                <a:cs typeface="Calibri"/>
              </a:rPr>
              <a:t> </a:t>
            </a:r>
            <a:r>
              <a:rPr sz="1100" dirty="0">
                <a:latin typeface="Calibri"/>
                <a:cs typeface="Calibri"/>
              </a:rPr>
              <a:t>of</a:t>
            </a:r>
            <a:r>
              <a:rPr sz="1100" spc="-25" dirty="0">
                <a:latin typeface="Calibri"/>
                <a:cs typeface="Calibri"/>
              </a:rPr>
              <a:t> </a:t>
            </a:r>
            <a:r>
              <a:rPr sz="1100" dirty="0">
                <a:latin typeface="Calibri"/>
                <a:cs typeface="Calibri"/>
              </a:rPr>
              <a:t>major</a:t>
            </a:r>
            <a:r>
              <a:rPr sz="1100" spc="-10" dirty="0">
                <a:latin typeface="Calibri"/>
                <a:cs typeface="Calibri"/>
              </a:rPr>
              <a:t> </a:t>
            </a:r>
            <a:r>
              <a:rPr sz="1100" dirty="0">
                <a:latin typeface="Calibri"/>
                <a:cs typeface="Calibri"/>
              </a:rPr>
              <a:t>applications</a:t>
            </a:r>
            <a:r>
              <a:rPr sz="1100" spc="-15" dirty="0">
                <a:latin typeface="Calibri"/>
                <a:cs typeface="Calibri"/>
              </a:rPr>
              <a:t> </a:t>
            </a:r>
            <a:r>
              <a:rPr sz="1100" dirty="0">
                <a:latin typeface="Calibri"/>
                <a:cs typeface="Calibri"/>
              </a:rPr>
              <a:t>are</a:t>
            </a:r>
            <a:r>
              <a:rPr sz="1100" spc="-20" dirty="0">
                <a:latin typeface="Calibri"/>
                <a:cs typeface="Calibri"/>
              </a:rPr>
              <a:t> </a:t>
            </a:r>
            <a:r>
              <a:rPr sz="1100" dirty="0">
                <a:latin typeface="Calibri"/>
                <a:cs typeface="Calibri"/>
              </a:rPr>
              <a:t>listed</a:t>
            </a:r>
            <a:r>
              <a:rPr lang="en-US" sz="1100" dirty="0">
                <a:latin typeface="Calibri"/>
                <a:cs typeface="Calibri"/>
              </a:rPr>
              <a:t> below</a:t>
            </a:r>
          </a:p>
          <a:p>
            <a:pPr marL="12700" algn="just">
              <a:lnSpc>
                <a:spcPct val="100000"/>
              </a:lnSpc>
              <a:spcBef>
                <a:spcPts val="880"/>
              </a:spcBef>
            </a:pPr>
            <a:endParaRPr lang="en-US" sz="1000" dirty="0">
              <a:latin typeface="Calibri"/>
              <a:cs typeface="Calibri"/>
            </a:endParaRPr>
          </a:p>
          <a:p>
            <a:r>
              <a:rPr lang="en-US" sz="1200" b="1" dirty="0">
                <a:solidFill>
                  <a:srgbClr val="0070C0"/>
                </a:solidFill>
              </a:rPr>
              <a:t>1.Postal Automation</a:t>
            </a:r>
            <a:br>
              <a:rPr lang="en-US" sz="1200" dirty="0"/>
            </a:br>
            <a:r>
              <a:rPr lang="en-US" sz="1200" dirty="0"/>
              <a:t>Handwritten digit recognition is widely used in postal services to automatically read zip codes and postal codes from envelopes, enabling faster mail sorting and delivery.</a:t>
            </a:r>
          </a:p>
          <a:p>
            <a:endParaRPr lang="en-US" sz="1200" dirty="0"/>
          </a:p>
          <a:p>
            <a:r>
              <a:rPr lang="en-US" sz="1200" b="1" dirty="0">
                <a:solidFill>
                  <a:srgbClr val="0070C0"/>
                </a:solidFill>
              </a:rPr>
              <a:t>2.Banking and Cheque Processing</a:t>
            </a:r>
            <a:br>
              <a:rPr lang="en-US" sz="1200" dirty="0"/>
            </a:br>
            <a:r>
              <a:rPr lang="en-US" sz="1200" dirty="0"/>
              <a:t>Banks use digit recognition systems to identify handwritten amounts, account numbers, and cheque numbers, reducing manual effort and improving transaction accuracy.</a:t>
            </a:r>
          </a:p>
          <a:p>
            <a:endParaRPr lang="en-US" sz="1200" b="1" dirty="0"/>
          </a:p>
          <a:p>
            <a:r>
              <a:rPr lang="en-US" sz="1200" b="1" dirty="0">
                <a:solidFill>
                  <a:srgbClr val="0070C0"/>
                </a:solidFill>
              </a:rPr>
              <a:t>3.Form Digitization and Data Entry</a:t>
            </a:r>
            <a:br>
              <a:rPr lang="en-US" sz="1200" dirty="0"/>
            </a:br>
            <a:r>
              <a:rPr lang="en-US" sz="1200" dirty="0"/>
              <a:t>Government and private organizations employ digit recognition to convert handwritten form entries into digital records, minimizing human errors and processing time.</a:t>
            </a:r>
          </a:p>
          <a:p>
            <a:endParaRPr lang="en-US" sz="1200" b="1" dirty="0"/>
          </a:p>
          <a:p>
            <a:r>
              <a:rPr lang="en-US" sz="1200" b="1" dirty="0">
                <a:solidFill>
                  <a:srgbClr val="0070C0"/>
                </a:solidFill>
              </a:rPr>
              <a:t>4.Educational Assessment Systems</a:t>
            </a:r>
            <a:br>
              <a:rPr lang="en-US" sz="1200" dirty="0"/>
            </a:br>
            <a:r>
              <a:rPr lang="en-US" sz="1200" dirty="0"/>
              <a:t>Automatic evaluation of handwritten answer sheets, roll numbers, and exam codes is enabled through handwritten digit recognition, ensuring efficient academic assessment.</a:t>
            </a:r>
          </a:p>
          <a:p>
            <a:endParaRPr lang="en-US" sz="1200" b="1" dirty="0"/>
          </a:p>
          <a:p>
            <a:r>
              <a:rPr lang="en-US" sz="1200" b="1" dirty="0">
                <a:solidFill>
                  <a:srgbClr val="0070C0"/>
                </a:solidFill>
              </a:rPr>
              <a:t>5.Document Archiving and Digitization</a:t>
            </a:r>
            <a:br>
              <a:rPr lang="en-US" sz="1200" dirty="0">
                <a:solidFill>
                  <a:srgbClr val="0070C0"/>
                </a:solidFill>
              </a:rPr>
            </a:br>
            <a:r>
              <a:rPr lang="en-US" sz="1200" dirty="0"/>
              <a:t>Historical documents, surveys, and handwritten records can be digitized and stored electronically using digit recognition systems for easy retrieval and analysis.</a:t>
            </a:r>
          </a:p>
          <a:p>
            <a:endParaRPr lang="en-US" sz="1200" b="1" dirty="0">
              <a:solidFill>
                <a:srgbClr val="0070C0"/>
              </a:solidFill>
            </a:endParaRPr>
          </a:p>
          <a:p>
            <a:r>
              <a:rPr lang="en-US" sz="1200" b="1" dirty="0">
                <a:solidFill>
                  <a:srgbClr val="0070C0"/>
                </a:solidFill>
              </a:rPr>
              <a:t>6.Mobile and Embedded Applications</a:t>
            </a:r>
            <a:br>
              <a:rPr lang="en-US" sz="1200" dirty="0"/>
            </a:br>
            <a:r>
              <a:rPr lang="en-US" sz="1200" dirty="0"/>
              <a:t>Handwritten digit recognition is used in mobile apps and embedded devices for number input, note-taking, and real-time recognition using cameras or touch screens.</a:t>
            </a:r>
          </a:p>
          <a:p>
            <a:br>
              <a:rPr lang="en-US" sz="1200" dirty="0"/>
            </a:br>
            <a:endParaRPr lang="en-US" sz="1200" dirty="0"/>
          </a:p>
          <a:p>
            <a:endParaRPr lang="en-US" sz="1200" dirty="0">
              <a:latin typeface="Calibri"/>
              <a:cs typeface="Calibri"/>
            </a:endParaRPr>
          </a:p>
          <a:p>
            <a:endParaRPr lang="en-US" sz="1200" dirty="0">
              <a:latin typeface="Calibri"/>
              <a:cs typeface="Calibri"/>
            </a:endParaRPr>
          </a:p>
          <a:p>
            <a:pPr marL="12700" algn="just">
              <a:lnSpc>
                <a:spcPct val="100000"/>
              </a:lnSpc>
            </a:pPr>
            <a:r>
              <a:rPr lang="en-US" b="1" dirty="0">
                <a:solidFill>
                  <a:srgbClr val="0870B7"/>
                </a:solidFill>
                <a:latin typeface="Calibri"/>
                <a:cs typeface="Calibri"/>
              </a:rPr>
              <a:t>6</a:t>
            </a:r>
            <a:r>
              <a:rPr lang="en-US" sz="1800" b="1" dirty="0">
                <a:solidFill>
                  <a:srgbClr val="0870B7"/>
                </a:solidFill>
                <a:latin typeface="Calibri"/>
                <a:cs typeface="Calibri"/>
              </a:rPr>
              <a:t>.</a:t>
            </a:r>
            <a:r>
              <a:rPr lang="en-US" sz="1800" b="1" spc="-10" dirty="0">
                <a:solidFill>
                  <a:srgbClr val="0870B7"/>
                </a:solidFill>
                <a:latin typeface="Calibri"/>
                <a:cs typeface="Calibri"/>
              </a:rPr>
              <a:t> Conclusion</a:t>
            </a:r>
          </a:p>
          <a:p>
            <a:pPr marL="12700" algn="just">
              <a:lnSpc>
                <a:spcPct val="100000"/>
              </a:lnSpc>
            </a:pPr>
            <a:endParaRPr lang="en-US" sz="1800" dirty="0">
              <a:latin typeface="Calibri"/>
              <a:cs typeface="Calibri"/>
            </a:endParaRPr>
          </a:p>
          <a:p>
            <a:pPr>
              <a:lnSpc>
                <a:spcPct val="100000"/>
              </a:lnSpc>
              <a:spcBef>
                <a:spcPts val="20"/>
              </a:spcBef>
            </a:pPr>
            <a:r>
              <a:rPr lang="en-US" sz="1200" dirty="0"/>
              <a:t>This study presented a CNN-based approach for handwritten digit recognition using the MNIST dataset. The results reveal that convolutional neural networks significantly outperform traditional machine learning models in accuracy and generalization. Future improvements include experimenting with deeper architectures, real-time digit recognition in mobile applications, and expanding to multi-digit string recognition.</a:t>
            </a:r>
          </a:p>
          <a:p>
            <a:pPr>
              <a:lnSpc>
                <a:spcPct val="100000"/>
              </a:lnSpc>
              <a:spcBef>
                <a:spcPts val="20"/>
              </a:spcBef>
            </a:pPr>
            <a:endParaRPr lang="en-US" sz="1200" dirty="0">
              <a:latin typeface="Calibri"/>
              <a:cs typeface="Calibri"/>
            </a:endParaRPr>
          </a:p>
          <a:p>
            <a:pPr marL="12700">
              <a:lnSpc>
                <a:spcPct val="100000"/>
              </a:lnSpc>
            </a:pPr>
            <a:endParaRPr lang="en-US" sz="1800" b="1" spc="-10" dirty="0">
              <a:solidFill>
                <a:srgbClr val="0870B7"/>
              </a:solidFill>
              <a:latin typeface="Calibri"/>
              <a:cs typeface="Calibri"/>
            </a:endParaRPr>
          </a:p>
          <a:p>
            <a:pPr marL="12700">
              <a:lnSpc>
                <a:spcPct val="100000"/>
              </a:lnSpc>
            </a:pPr>
            <a:endParaRPr lang="en-US" sz="1800" b="1" spc="-10" dirty="0">
              <a:solidFill>
                <a:srgbClr val="0870B7"/>
              </a:solidFill>
              <a:latin typeface="Calibri"/>
              <a:cs typeface="Calibri"/>
            </a:endParaRPr>
          </a:p>
          <a:p>
            <a:endParaRPr sz="1200" dirty="0">
              <a:latin typeface="Calibri"/>
              <a:cs typeface="Calibri"/>
            </a:endParaRPr>
          </a:p>
        </p:txBody>
      </p:sp>
      <p:sp>
        <p:nvSpPr>
          <p:cNvPr id="12" name="object 12"/>
          <p:cNvSpPr txBox="1">
            <a:spLocks noGrp="1"/>
          </p:cNvSpPr>
          <p:nvPr>
            <p:ph type="sldNum" sz="quarter" idx="7"/>
          </p:nvPr>
        </p:nvSpPr>
        <p:spPr>
          <a:prstGeom prst="rect">
            <a:avLst/>
          </a:prstGeom>
        </p:spPr>
        <p:txBody>
          <a:bodyPr vert="horz" wrap="square" lIns="0" tIns="0" rIns="0" bIns="0" rtlCol="0">
            <a:spAutoFit/>
          </a:bodyPr>
          <a:lstStyle/>
          <a:p>
            <a:pPr marL="12700">
              <a:lnSpc>
                <a:spcPts val="955"/>
              </a:lnSpc>
            </a:pPr>
            <a:fld id="{81D60167-4931-47E6-BA6A-407CBD079E47}" type="slidenum">
              <a:rPr spc="-25" dirty="0"/>
              <a:t>6</a:t>
            </a:fld>
            <a:endParaRPr spc="-25"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p:nvPr/>
        </p:nvSpPr>
        <p:spPr>
          <a:xfrm>
            <a:off x="545592" y="9034272"/>
            <a:ext cx="6471285" cy="6350"/>
          </a:xfrm>
          <a:custGeom>
            <a:avLst/>
            <a:gdLst/>
            <a:ahLst/>
            <a:cxnLst/>
            <a:rect l="l" t="t" r="r" b="b"/>
            <a:pathLst>
              <a:path w="6471284" h="6350">
                <a:moveTo>
                  <a:pt x="2896222" y="0"/>
                </a:moveTo>
                <a:lnTo>
                  <a:pt x="2890139" y="0"/>
                </a:lnTo>
                <a:lnTo>
                  <a:pt x="0" y="0"/>
                </a:lnTo>
                <a:lnTo>
                  <a:pt x="0" y="6096"/>
                </a:lnTo>
                <a:lnTo>
                  <a:pt x="2890139" y="6096"/>
                </a:lnTo>
                <a:lnTo>
                  <a:pt x="2896222" y="6096"/>
                </a:lnTo>
                <a:lnTo>
                  <a:pt x="2896222" y="0"/>
                </a:lnTo>
                <a:close/>
              </a:path>
              <a:path w="6471284" h="6350">
                <a:moveTo>
                  <a:pt x="5937123" y="0"/>
                </a:moveTo>
                <a:lnTo>
                  <a:pt x="3257677" y="0"/>
                </a:lnTo>
                <a:lnTo>
                  <a:pt x="3251631" y="0"/>
                </a:lnTo>
                <a:lnTo>
                  <a:pt x="2896235" y="0"/>
                </a:lnTo>
                <a:lnTo>
                  <a:pt x="2896235" y="6096"/>
                </a:lnTo>
                <a:lnTo>
                  <a:pt x="3251581" y="6096"/>
                </a:lnTo>
                <a:lnTo>
                  <a:pt x="3257677" y="6096"/>
                </a:lnTo>
                <a:lnTo>
                  <a:pt x="5937123" y="6096"/>
                </a:lnTo>
                <a:lnTo>
                  <a:pt x="5937123" y="0"/>
                </a:lnTo>
                <a:close/>
              </a:path>
              <a:path w="6471284" h="6350">
                <a:moveTo>
                  <a:pt x="6470955" y="0"/>
                </a:moveTo>
                <a:lnTo>
                  <a:pt x="5943346" y="0"/>
                </a:lnTo>
                <a:lnTo>
                  <a:pt x="5937250" y="0"/>
                </a:lnTo>
                <a:lnTo>
                  <a:pt x="5937250" y="6096"/>
                </a:lnTo>
                <a:lnTo>
                  <a:pt x="5943346" y="6096"/>
                </a:lnTo>
                <a:lnTo>
                  <a:pt x="6470955" y="6096"/>
                </a:lnTo>
                <a:lnTo>
                  <a:pt x="6470955" y="0"/>
                </a:lnTo>
                <a:close/>
              </a:path>
            </a:pathLst>
          </a:custGeom>
          <a:solidFill>
            <a:srgbClr val="0870B7"/>
          </a:solidFill>
        </p:spPr>
        <p:txBody>
          <a:bodyPr wrap="square" lIns="0" tIns="0" rIns="0" bIns="0" rtlCol="0"/>
          <a:lstStyle/>
          <a:p>
            <a:endParaRPr/>
          </a:p>
        </p:txBody>
      </p:sp>
      <p:sp>
        <p:nvSpPr>
          <p:cNvPr id="6" name="object 6"/>
          <p:cNvSpPr/>
          <p:nvPr/>
        </p:nvSpPr>
        <p:spPr>
          <a:xfrm>
            <a:off x="538480" y="458978"/>
            <a:ext cx="6480175" cy="0"/>
          </a:xfrm>
          <a:custGeom>
            <a:avLst/>
            <a:gdLst/>
            <a:ahLst/>
            <a:cxnLst/>
            <a:rect l="l" t="t" r="r" b="b"/>
            <a:pathLst>
              <a:path w="6480175">
                <a:moveTo>
                  <a:pt x="0" y="0"/>
                </a:moveTo>
                <a:lnTo>
                  <a:pt x="6480175" y="0"/>
                </a:lnTo>
              </a:path>
            </a:pathLst>
          </a:custGeom>
          <a:ln w="19050">
            <a:solidFill>
              <a:srgbClr val="0870B7"/>
            </a:solidFill>
          </a:ln>
        </p:spPr>
        <p:txBody>
          <a:bodyPr wrap="square" lIns="0" tIns="0" rIns="0" bIns="0" rtlCol="0"/>
          <a:lstStyle/>
          <a:p>
            <a:endParaRPr/>
          </a:p>
        </p:txBody>
      </p:sp>
      <p:sp>
        <p:nvSpPr>
          <p:cNvPr id="7" name="object 7"/>
          <p:cNvSpPr txBox="1"/>
          <p:nvPr/>
        </p:nvSpPr>
        <p:spPr>
          <a:xfrm>
            <a:off x="768794" y="1194108"/>
            <a:ext cx="6507480" cy="518091"/>
          </a:xfrm>
          <a:prstGeom prst="rect">
            <a:avLst/>
          </a:prstGeom>
        </p:spPr>
        <p:txBody>
          <a:bodyPr vert="horz" wrap="square" lIns="0" tIns="12700" rIns="0" bIns="0" rtlCol="0">
            <a:spAutoFit/>
          </a:bodyPr>
          <a:lstStyle/>
          <a:p>
            <a:pPr marL="12700" lvl="1" algn="just">
              <a:spcBef>
                <a:spcPts val="100"/>
              </a:spcBef>
              <a:tabLst>
                <a:tab pos="259715" algn="l"/>
              </a:tabLst>
            </a:pPr>
            <a:r>
              <a:rPr lang="en-US" sz="1600" b="1" spc="-10" dirty="0">
                <a:solidFill>
                  <a:srgbClr val="0870B7"/>
                </a:solidFill>
                <a:latin typeface="Calibri"/>
                <a:cs typeface="Calibri"/>
              </a:rPr>
              <a:t>References</a:t>
            </a:r>
            <a:endParaRPr lang="en-US" sz="1600" dirty="0">
              <a:latin typeface="Calibri"/>
              <a:cs typeface="Calibri"/>
            </a:endParaRPr>
          </a:p>
          <a:p>
            <a:pPr marL="12700" lvl="1" algn="just">
              <a:lnSpc>
                <a:spcPct val="100000"/>
              </a:lnSpc>
              <a:spcBef>
                <a:spcPts val="100"/>
              </a:spcBef>
              <a:tabLst>
                <a:tab pos="259715" algn="l"/>
              </a:tabLst>
            </a:pPr>
            <a:endParaRPr sz="1600" dirty="0">
              <a:latin typeface="Calibri"/>
              <a:cs typeface="Calibri"/>
            </a:endParaRPr>
          </a:p>
        </p:txBody>
      </p:sp>
      <p:sp>
        <p:nvSpPr>
          <p:cNvPr id="20" name="object 20"/>
          <p:cNvSpPr txBox="1">
            <a:spLocks noGrp="1"/>
          </p:cNvSpPr>
          <p:nvPr>
            <p:ph type="sldNum" sz="quarter" idx="7"/>
          </p:nvPr>
        </p:nvSpPr>
        <p:spPr>
          <a:prstGeom prst="rect">
            <a:avLst/>
          </a:prstGeom>
        </p:spPr>
        <p:txBody>
          <a:bodyPr vert="horz" wrap="square" lIns="0" tIns="0" rIns="0" bIns="0" rtlCol="0">
            <a:spAutoFit/>
          </a:bodyPr>
          <a:lstStyle/>
          <a:p>
            <a:pPr marL="12700">
              <a:lnSpc>
                <a:spcPts val="955"/>
              </a:lnSpc>
            </a:pPr>
            <a:fld id="{81D60167-4931-47E6-BA6A-407CBD079E47}" type="slidenum">
              <a:rPr spc="-25" dirty="0"/>
              <a:t>7</a:t>
            </a:fld>
            <a:endParaRPr spc="-25" dirty="0"/>
          </a:p>
        </p:txBody>
      </p:sp>
      <p:sp>
        <p:nvSpPr>
          <p:cNvPr id="8" name="object 8"/>
          <p:cNvSpPr txBox="1"/>
          <p:nvPr/>
        </p:nvSpPr>
        <p:spPr>
          <a:xfrm>
            <a:off x="425450" y="2057400"/>
            <a:ext cx="198120" cy="177800"/>
          </a:xfrm>
          <a:prstGeom prst="rect">
            <a:avLst/>
          </a:prstGeom>
        </p:spPr>
        <p:txBody>
          <a:bodyPr vert="horz" wrap="square" lIns="0" tIns="12065" rIns="0" bIns="0" rtlCol="0">
            <a:spAutoFit/>
          </a:bodyPr>
          <a:lstStyle/>
          <a:p>
            <a:pPr marL="12700">
              <a:lnSpc>
                <a:spcPct val="100000"/>
              </a:lnSpc>
              <a:spcBef>
                <a:spcPts val="95"/>
              </a:spcBef>
            </a:pPr>
            <a:r>
              <a:rPr sz="1000" spc="-20" dirty="0">
                <a:latin typeface="Calibri"/>
                <a:cs typeface="Calibri"/>
              </a:rPr>
              <a:t>[1].</a:t>
            </a:r>
            <a:endParaRPr sz="1000" dirty="0">
              <a:latin typeface="Calibri"/>
              <a:cs typeface="Calibri"/>
            </a:endParaRPr>
          </a:p>
        </p:txBody>
      </p:sp>
      <p:sp>
        <p:nvSpPr>
          <p:cNvPr id="9" name="object 9"/>
          <p:cNvSpPr txBox="1"/>
          <p:nvPr/>
        </p:nvSpPr>
        <p:spPr>
          <a:xfrm>
            <a:off x="795782" y="1989208"/>
            <a:ext cx="6221095" cy="2778966"/>
          </a:xfrm>
          <a:prstGeom prst="rect">
            <a:avLst/>
          </a:prstGeom>
        </p:spPr>
        <p:txBody>
          <a:bodyPr vert="horz" wrap="square" lIns="0" tIns="8890" rIns="0" bIns="0" rtlCol="0">
            <a:spAutoFit/>
          </a:bodyPr>
          <a:lstStyle/>
          <a:p>
            <a:r>
              <a:rPr lang="en-IN" sz="1200" dirty="0"/>
              <a:t>Y. LeCun, L. </a:t>
            </a:r>
            <a:r>
              <a:rPr lang="en-IN" sz="1200" dirty="0" err="1"/>
              <a:t>Bottou</a:t>
            </a:r>
            <a:r>
              <a:rPr lang="en-IN" sz="1200" dirty="0"/>
              <a:t>, Y. Bengio, and P. Haffner, “Gradient-based learning applied to document recognition,” </a:t>
            </a:r>
            <a:r>
              <a:rPr lang="en-IN" sz="1200" i="1" dirty="0"/>
              <a:t>Proceedings of the IEEE</a:t>
            </a:r>
            <a:r>
              <a:rPr lang="en-IN" sz="1200" dirty="0"/>
              <a:t>, vol. 86, no. 11, pp. 2278–2324, 1998.</a:t>
            </a:r>
          </a:p>
          <a:p>
            <a:endParaRPr lang="en-IN" sz="1200" dirty="0"/>
          </a:p>
          <a:p>
            <a:r>
              <a:rPr lang="en-IN" sz="1200" dirty="0"/>
              <a:t>D. C. </a:t>
            </a:r>
            <a:r>
              <a:rPr lang="en-IN" sz="1200" dirty="0" err="1"/>
              <a:t>Cireşan</a:t>
            </a:r>
            <a:r>
              <a:rPr lang="en-IN" sz="1200" dirty="0"/>
              <a:t> et al., “Multi-column deep neural networks for image classification,” </a:t>
            </a:r>
            <a:r>
              <a:rPr lang="en-IN" sz="1200" i="1" dirty="0"/>
              <a:t>IEEE Conf. on Computer Vision and Pattern Recognition</a:t>
            </a:r>
            <a:r>
              <a:rPr lang="en-IN" sz="1200" dirty="0"/>
              <a:t>, 2012.</a:t>
            </a:r>
          </a:p>
          <a:p>
            <a:endParaRPr lang="en-IN" sz="1200" dirty="0"/>
          </a:p>
          <a:p>
            <a:pPr marL="285750" indent="-285750">
              <a:buAutoNum type="romanUcPeriod"/>
            </a:pPr>
            <a:r>
              <a:rPr lang="en-IN" sz="1200" dirty="0"/>
              <a:t>Goodfellow, Y. Bengio, and A. Courville, </a:t>
            </a:r>
            <a:r>
              <a:rPr lang="en-IN" sz="1200" i="1" dirty="0"/>
              <a:t>Deep Learning</a:t>
            </a:r>
            <a:r>
              <a:rPr lang="en-IN" sz="1200" dirty="0"/>
              <a:t>, MIT Press, 2016.</a:t>
            </a:r>
          </a:p>
          <a:p>
            <a:pPr marL="285750" indent="-285750">
              <a:buAutoNum type="romanUcPeriod"/>
            </a:pPr>
            <a:endParaRPr lang="en-IN" sz="1200" dirty="0"/>
          </a:p>
          <a:p>
            <a:r>
              <a:rPr lang="en-IN" sz="1200" dirty="0"/>
              <a:t>D. P. Kingma and J. Ba, “Adam: A method for stochastic optimization,” </a:t>
            </a:r>
            <a:r>
              <a:rPr lang="en-IN" sz="1200" i="1" dirty="0" err="1"/>
              <a:t>arXiv</a:t>
            </a:r>
            <a:r>
              <a:rPr lang="en-IN" sz="1200" i="1" dirty="0"/>
              <a:t> preprint arXiv:1412.6980</a:t>
            </a:r>
            <a:r>
              <a:rPr lang="en-IN" sz="1200" dirty="0"/>
              <a:t>, 2014.</a:t>
            </a:r>
          </a:p>
          <a:p>
            <a:endParaRPr lang="en-IN" sz="1200" dirty="0"/>
          </a:p>
          <a:p>
            <a:r>
              <a:rPr lang="en-IN" sz="1200" dirty="0"/>
              <a:t>L. Deng, “The MNIST database of handwritten digit images for machine learning research,” </a:t>
            </a:r>
            <a:r>
              <a:rPr lang="en-IN" sz="1200" i="1" dirty="0"/>
              <a:t>IEEE Signal Processing Magazine</a:t>
            </a:r>
            <a:r>
              <a:rPr lang="en-IN" sz="1200" dirty="0"/>
              <a:t>, vol. 29, no. 6, pp. 141–142, 2012.</a:t>
            </a:r>
          </a:p>
          <a:p>
            <a:br>
              <a:rPr lang="en-IN" sz="1200" dirty="0"/>
            </a:br>
            <a:endParaRPr sz="1200" dirty="0">
              <a:latin typeface="Calibri"/>
              <a:cs typeface="Calibri"/>
            </a:endParaRPr>
          </a:p>
        </p:txBody>
      </p:sp>
      <p:sp>
        <p:nvSpPr>
          <p:cNvPr id="10" name="object 10"/>
          <p:cNvSpPr txBox="1"/>
          <p:nvPr/>
        </p:nvSpPr>
        <p:spPr>
          <a:xfrm>
            <a:off x="425450" y="2565400"/>
            <a:ext cx="198120" cy="177800"/>
          </a:xfrm>
          <a:prstGeom prst="rect">
            <a:avLst/>
          </a:prstGeom>
        </p:spPr>
        <p:txBody>
          <a:bodyPr vert="horz" wrap="square" lIns="0" tIns="12065" rIns="0" bIns="0" rtlCol="0">
            <a:spAutoFit/>
          </a:bodyPr>
          <a:lstStyle/>
          <a:p>
            <a:pPr marL="12700">
              <a:lnSpc>
                <a:spcPct val="100000"/>
              </a:lnSpc>
              <a:spcBef>
                <a:spcPts val="95"/>
              </a:spcBef>
            </a:pPr>
            <a:r>
              <a:rPr sz="1000" spc="-20" dirty="0">
                <a:latin typeface="Calibri"/>
                <a:cs typeface="Calibri"/>
              </a:rPr>
              <a:t>[2].</a:t>
            </a:r>
            <a:endParaRPr sz="1000" dirty="0">
              <a:latin typeface="Calibri"/>
              <a:cs typeface="Calibri"/>
            </a:endParaRPr>
          </a:p>
        </p:txBody>
      </p:sp>
      <p:sp>
        <p:nvSpPr>
          <p:cNvPr id="11" name="object 11"/>
          <p:cNvSpPr txBox="1"/>
          <p:nvPr/>
        </p:nvSpPr>
        <p:spPr>
          <a:xfrm>
            <a:off x="379730" y="3098800"/>
            <a:ext cx="198120" cy="177800"/>
          </a:xfrm>
          <a:prstGeom prst="rect">
            <a:avLst/>
          </a:prstGeom>
        </p:spPr>
        <p:txBody>
          <a:bodyPr vert="horz" wrap="square" lIns="0" tIns="12065" rIns="0" bIns="0" rtlCol="0">
            <a:spAutoFit/>
          </a:bodyPr>
          <a:lstStyle/>
          <a:p>
            <a:pPr marL="12700">
              <a:lnSpc>
                <a:spcPct val="100000"/>
              </a:lnSpc>
              <a:spcBef>
                <a:spcPts val="95"/>
              </a:spcBef>
            </a:pPr>
            <a:r>
              <a:rPr sz="1000" spc="-20" dirty="0">
                <a:latin typeface="Calibri"/>
                <a:cs typeface="Calibri"/>
              </a:rPr>
              <a:t>[3].</a:t>
            </a:r>
            <a:endParaRPr sz="1000" dirty="0">
              <a:latin typeface="Calibri"/>
              <a:cs typeface="Calibri"/>
            </a:endParaRPr>
          </a:p>
        </p:txBody>
      </p:sp>
      <p:sp>
        <p:nvSpPr>
          <p:cNvPr id="12" name="object 12"/>
          <p:cNvSpPr txBox="1"/>
          <p:nvPr/>
        </p:nvSpPr>
        <p:spPr>
          <a:xfrm>
            <a:off x="425450" y="3505200"/>
            <a:ext cx="198120" cy="177800"/>
          </a:xfrm>
          <a:prstGeom prst="rect">
            <a:avLst/>
          </a:prstGeom>
        </p:spPr>
        <p:txBody>
          <a:bodyPr vert="horz" wrap="square" lIns="0" tIns="12065" rIns="0" bIns="0" rtlCol="0">
            <a:spAutoFit/>
          </a:bodyPr>
          <a:lstStyle/>
          <a:p>
            <a:pPr marL="12700">
              <a:lnSpc>
                <a:spcPct val="100000"/>
              </a:lnSpc>
              <a:spcBef>
                <a:spcPts val="95"/>
              </a:spcBef>
            </a:pPr>
            <a:r>
              <a:rPr sz="1000" spc="-20" dirty="0">
                <a:latin typeface="Calibri"/>
                <a:cs typeface="Calibri"/>
              </a:rPr>
              <a:t>[4].</a:t>
            </a:r>
            <a:endParaRPr sz="1000" dirty="0">
              <a:latin typeface="Calibri"/>
              <a:cs typeface="Calibri"/>
            </a:endParaRPr>
          </a:p>
        </p:txBody>
      </p:sp>
      <p:sp>
        <p:nvSpPr>
          <p:cNvPr id="13" name="object 13"/>
          <p:cNvSpPr txBox="1"/>
          <p:nvPr/>
        </p:nvSpPr>
        <p:spPr>
          <a:xfrm>
            <a:off x="425450" y="4038600"/>
            <a:ext cx="198120" cy="177800"/>
          </a:xfrm>
          <a:prstGeom prst="rect">
            <a:avLst/>
          </a:prstGeom>
        </p:spPr>
        <p:txBody>
          <a:bodyPr vert="horz" wrap="square" lIns="0" tIns="12065" rIns="0" bIns="0" rtlCol="0">
            <a:spAutoFit/>
          </a:bodyPr>
          <a:lstStyle/>
          <a:p>
            <a:pPr marL="12700">
              <a:lnSpc>
                <a:spcPct val="100000"/>
              </a:lnSpc>
              <a:spcBef>
                <a:spcPts val="95"/>
              </a:spcBef>
            </a:pPr>
            <a:r>
              <a:rPr sz="1000" spc="-20" dirty="0">
                <a:latin typeface="Calibri"/>
                <a:cs typeface="Calibri"/>
              </a:rPr>
              <a:t>[5].</a:t>
            </a:r>
            <a:endParaRPr sz="1000" dirty="0">
              <a:latin typeface="Calibri"/>
              <a:cs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73</TotalTime>
  <Words>1374</Words>
  <Application>Microsoft Office PowerPoint</Application>
  <PresentationFormat>Custom</PresentationFormat>
  <Paragraphs>115</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Paper Title</dc:title>
  <dc:creator>微软用户</dc:creator>
  <cp:lastModifiedBy>vpgalaxy514@gmail.com</cp:lastModifiedBy>
  <cp:revision>1</cp:revision>
  <dcterms:created xsi:type="dcterms:W3CDTF">2026-01-19T06:46:07Z</dcterms:created>
  <dcterms:modified xsi:type="dcterms:W3CDTF">2026-01-19T08:54:54Z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2022-12-27T00:00:00Z</vt:filetime>
  </property>
  <property fmtid="{D5CDD505-2E9C-101B-9397-08002B2CF9AE}" pid="3" name="Creator">
    <vt:lpwstr>Microsoft® Word for Microsoft 365</vt:lpwstr>
  </property>
  <property fmtid="{D5CDD505-2E9C-101B-9397-08002B2CF9AE}" pid="4" name="LastSaved">
    <vt:filetime>2026-01-19T00:00:00Z</vt:filetime>
  </property>
  <property fmtid="{D5CDD505-2E9C-101B-9397-08002B2CF9AE}" pid="5" name="Producer">
    <vt:lpwstr>Microsoft® Word for Microsoft 365</vt:lpwstr>
  </property>
</Properties>
</file>